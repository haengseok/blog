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314" r:id="rId2"/>
    <p:sldId id="315" r:id="rId3"/>
    <p:sldId id="316" r:id="rId4"/>
    <p:sldId id="313" r:id="rId5"/>
    <p:sldId id="312" r:id="rId6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0" autoAdjust="0"/>
    <p:restoredTop sz="94660"/>
  </p:normalViewPr>
  <p:slideViewPr>
    <p:cSldViewPr>
      <p:cViewPr varScale="1">
        <p:scale>
          <a:sx n="86" d="100"/>
          <a:sy n="86" d="100"/>
        </p:scale>
        <p:origin x="153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72"/>
    </p:cViewPr>
  </p:sorterViewPr>
  <p:notesViewPr>
    <p:cSldViewPr>
      <p:cViewPr varScale="1">
        <p:scale>
          <a:sx n="65" d="100"/>
          <a:sy n="65" d="100"/>
        </p:scale>
        <p:origin x="336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52E20-E14E-41C7-B208-307004202779}" type="datetimeFigureOut">
              <a:rPr lang="ko-KR" altLang="en-US" smtClean="0"/>
              <a:t>2021-09-10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5C9AD-19B8-4CA0-89A3-95214CDA7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267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1EC69-CCBE-47B2-8DB4-91ED484639ED}" type="datetimeFigureOut">
              <a:rPr lang="ko-KR" altLang="en-US" smtClean="0"/>
              <a:t>2021-09-10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1D1AA-334B-47FB-9CF0-8CE8C5B5FB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301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ext Box 64"/>
          <p:cNvSpPr txBox="1">
            <a:spLocks noChangeArrowheads="1"/>
          </p:cNvSpPr>
          <p:nvPr userDrawn="1"/>
        </p:nvSpPr>
        <p:spPr bwMode="auto">
          <a:xfrm>
            <a:off x="4427984" y="6216649"/>
            <a:ext cx="858176" cy="27622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 eaLnBrk="0" hangingPunct="0"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 u="sng">
                <a:solidFill>
                  <a:schemeClr val="tx2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latinLnBrk="0">
              <a:defRPr/>
            </a:pPr>
            <a:r>
              <a:rPr lang="en-US" altLang="ko-KR" u="none" dirty="0">
                <a:solidFill>
                  <a:schemeClr val="tx1"/>
                </a:solidFill>
                <a:ea typeface="Arial Unicode MS" pitchFamily="50" charset="-127"/>
                <a:cs typeface="Arial Unicode MS" pitchFamily="50" charset="-127"/>
              </a:rPr>
              <a:t>- </a:t>
            </a:r>
            <a:fld id="{5A0A9B57-AF25-44AB-9321-D5F121654ABB}" type="slidenum">
              <a:rPr lang="ko-KR" altLang="en-US" u="none" smtClean="0">
                <a:solidFill>
                  <a:schemeClr val="tx1"/>
                </a:solidFill>
                <a:ea typeface="Arial Unicode MS" pitchFamily="50" charset="-127"/>
                <a:cs typeface="Arial Unicode MS" pitchFamily="50" charset="-127"/>
              </a:rPr>
              <a:pPr algn="ctr" latinLnBrk="0">
                <a:defRPr/>
              </a:pPr>
              <a:t>‹#›</a:t>
            </a:fld>
            <a:r>
              <a:rPr lang="en-US" altLang="ko-KR" u="none" dirty="0">
                <a:solidFill>
                  <a:schemeClr val="tx1"/>
                </a:solidFill>
                <a:ea typeface="Arial Unicode MS" pitchFamily="50" charset="-127"/>
                <a:cs typeface="Arial Unicode MS" pitchFamily="50" charset="-127"/>
              </a:rPr>
              <a:t>/-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D55A759-1D05-4E38-978B-3AFBFC041C1F}" type="datetimeFigureOut">
              <a:rPr lang="ko-KR" altLang="en-US" smtClean="0"/>
              <a:pPr/>
              <a:t>2021-09-10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CDF60D2-CB76-4747-AFD9-9BBC1EE1F8A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marL="320040" indent="-320040" algn="r" defTabSz="914400" rtl="0" eaLnBrk="1" latinLnBrk="1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1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kevinkkh@hanmail.ne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w_roh@atectn.com" TargetMode="External"/><Relationship Id="rId2" Type="http://schemas.openxmlformats.org/officeDocument/2006/relationships/hyperlink" Target="mailto:changjin@atecap.kr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kevinkkh@hanmail.ne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kevinkkh@hanmail.ne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DB1EE-5B2E-4931-BDEF-E07F3DB832EF}"/>
              </a:ext>
            </a:extLst>
          </p:cNvPr>
          <p:cNvSpPr txBox="1"/>
          <p:nvPr/>
        </p:nvSpPr>
        <p:spPr>
          <a:xfrm>
            <a:off x="827584" y="1412776"/>
            <a:ext cx="79208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출석점검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캡스톤디자인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설명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계획서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양식 설명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계획서 작성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발표 안내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작성하여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정오까지 블랙보드로 제출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팀장명의로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명만 제출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발표일자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9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화일형식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x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주제명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팀장명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발표 순서 결정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질의응답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FDF71-46FC-450B-A9C5-5CCAAD740844}"/>
              </a:ext>
            </a:extLst>
          </p:cNvPr>
          <p:cNvSpPr txBox="1"/>
          <p:nvPr/>
        </p:nvSpPr>
        <p:spPr>
          <a:xfrm>
            <a:off x="2699792" y="548680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수업 안내</a:t>
            </a:r>
            <a:endParaRPr lang="en-US" altLang="ko-KR" sz="2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47494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69C14-FAC4-4EBC-9ED1-440906E1726A}"/>
              </a:ext>
            </a:extLst>
          </p:cNvPr>
          <p:cNvSpPr txBox="1"/>
          <p:nvPr/>
        </p:nvSpPr>
        <p:spPr>
          <a:xfrm>
            <a:off x="755576" y="905232"/>
            <a:ext cx="792088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 관련사항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발표시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발표를 듣는 고객 입장에서 발표할 것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본인 및 조원 소개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프로젝트의 주제를 명확하게 설명 후 발표 자료를 설명 바람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인터넷 등의 검색을 통하여 발표 장표의 형식은 지키되 내용은 창의성을 발휘할 것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발표시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질의 응답은 가점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indent="-457200"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 문의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1/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: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문현준교수님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세종대학교 컴퓨터공학과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대양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센터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810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: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이창진상무님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i="0" dirty="0">
                <a:effectLst/>
                <a:latin typeface="굴림체" panose="020B0609000101010101" pitchFamily="49" charset="-127"/>
                <a:ea typeface="굴림체" panose="020B0609000101010101" pitchFamily="49" charset="-127"/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changjin@atecap.kr</a:t>
            </a:r>
            <a:r>
              <a:rPr lang="en-US" altLang="ko-KR" sz="1400" i="0" dirty="0"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lang="en-US" altLang="ko-KR" sz="1400" b="1" i="0" dirty="0"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010-</a:t>
            </a:r>
            <a:r>
              <a:rPr lang="en-US" altLang="ko-KR" sz="14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5669-5412)</a:t>
            </a:r>
            <a:br>
              <a:rPr lang="en-US" altLang="ko-KR" sz="1400" b="1" i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 :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노승욱이사님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400" i="0" dirty="0">
                <a:effectLst/>
                <a:latin typeface="Dotum" panose="020B0600000101010101" pitchFamily="50" charset="-127"/>
                <a:ea typeface="Dotum" panose="020B0600000101010101" pitchFamily="50" charset="-127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sw_roh@atectn.com</a:t>
            </a:r>
            <a:r>
              <a:rPr lang="en-US" altLang="ko-KR" sz="1400" b="0" i="0" dirty="0">
                <a:solidFill>
                  <a:srgbClr val="646464"/>
                </a:solidFill>
                <a:effectLst/>
                <a:latin typeface="Dotum" panose="020B0600000101010101" pitchFamily="50" charset="-127"/>
                <a:ea typeface="Dotum" panose="020B0600000101010101" pitchFamily="50" charset="-127"/>
              </a:rPr>
              <a:t>,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010-5263-4629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김상수 선임</a:t>
            </a:r>
            <a:endParaRPr lang="en-US" altLang="ko-KR" sz="1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837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6DB1EE-5B2E-4931-BDEF-E07F3DB832EF}"/>
              </a:ext>
            </a:extLst>
          </p:cNvPr>
          <p:cNvSpPr txBox="1"/>
          <p:nvPr/>
        </p:nvSpPr>
        <p:spPr>
          <a:xfrm>
            <a:off x="827584" y="1412776"/>
            <a:ext cx="7920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/>
              <a:t>믿었던 은행마저 디지털 역량평가 </a:t>
            </a:r>
            <a:r>
              <a:rPr lang="ko-KR" altLang="en-US" dirty="0" err="1"/>
              <a:t>문과생</a:t>
            </a:r>
            <a:r>
              <a:rPr lang="ko-KR" altLang="en-US" dirty="0"/>
              <a:t> 바늘구멍 더 좁아졌네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FDF71-46FC-450B-A9C5-5CCAAD740844}"/>
              </a:ext>
            </a:extLst>
          </p:cNvPr>
          <p:cNvSpPr txBox="1"/>
          <p:nvPr/>
        </p:nvSpPr>
        <p:spPr>
          <a:xfrm>
            <a:off x="1331640" y="548680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TOPCIT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은 국가 </a:t>
            </a:r>
            <a:r>
              <a:rPr lang="en-US" altLang="ko-KR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IT</a:t>
            </a:r>
            <a:r>
              <a:rPr lang="ko-KR" altLang="en-US" sz="2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역량 검증 시험</a:t>
            </a:r>
            <a:endParaRPr lang="en-US" altLang="ko-KR" sz="2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297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466217"/>
              </p:ext>
            </p:extLst>
          </p:nvPr>
        </p:nvGraphicFramePr>
        <p:xfrm>
          <a:off x="755576" y="1412776"/>
          <a:ext cx="7488832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순서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발표자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69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 bwMode="auto">
          <a:xfrm>
            <a:off x="2051720" y="692696"/>
            <a:ext cx="5126412" cy="11154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8900" indent="-88900" algn="ctr" latinLnBrk="1">
              <a:lnSpc>
                <a:spcPct val="110000"/>
              </a:lnSpc>
              <a:spcBef>
                <a:spcPts val="0"/>
              </a:spcBef>
            </a:pPr>
            <a:r>
              <a:rPr lang="ko-KR" altLang="en-US" sz="72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감사합니다</a:t>
            </a:r>
            <a:endParaRPr lang="en-US" altLang="ko-KR" sz="72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55740-D50F-4031-835C-8A0946BDABB5}"/>
              </a:ext>
            </a:extLst>
          </p:cNvPr>
          <p:cNvSpPr txBox="1"/>
          <p:nvPr/>
        </p:nvSpPr>
        <p:spPr>
          <a:xfrm>
            <a:off x="2250860" y="3261756"/>
            <a:ext cx="52801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연구실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대양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센터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426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 : 010-2230-7004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e-mail : kevinkkh@sejong.ac.kr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39882-008A-4C95-B8A9-C85DA4E38195}"/>
              </a:ext>
            </a:extLst>
          </p:cNvPr>
          <p:cNvSpPr txBox="1"/>
          <p:nvPr/>
        </p:nvSpPr>
        <p:spPr>
          <a:xfrm>
            <a:off x="2250859" y="1973976"/>
            <a:ext cx="5129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궁금사항은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언제든 문의하세요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82839587"/>
      </p:ext>
    </p:extLst>
  </p:cSld>
  <p:clrMapOvr>
    <a:masterClrMapping/>
  </p:clrMapOvr>
</p:sld>
</file>

<file path=ppt/theme/theme1.xml><?xml version="1.0" encoding="utf-8"?>
<a:theme xmlns:a="http://schemas.openxmlformats.org/drawingml/2006/main" name="기류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기류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기류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6003</TotalTime>
  <Words>236</Words>
  <Application>Microsoft Office PowerPoint</Application>
  <PresentationFormat>화면 슬라이드 쇼(4:3)</PresentationFormat>
  <Paragraphs>47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Arial Unicode MS</vt:lpstr>
      <vt:lpstr>HY그래픽B</vt:lpstr>
      <vt:lpstr>HY그래픽M</vt:lpstr>
      <vt:lpstr>굴림체</vt:lpstr>
      <vt:lpstr>Dotum</vt:lpstr>
      <vt:lpstr>Arial</vt:lpstr>
      <vt:lpstr>Georgia</vt:lpstr>
      <vt:lpstr>Trebuchet MS</vt:lpstr>
      <vt:lpstr>맑은 고딕</vt:lpstr>
      <vt:lpstr>기류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kimyw</dc:creator>
  <cp:lastModifiedBy>Windows 사용자</cp:lastModifiedBy>
  <cp:revision>301</cp:revision>
  <cp:lastPrinted>2016-04-18T07:59:25Z</cp:lastPrinted>
  <dcterms:created xsi:type="dcterms:W3CDTF">2013-09-23T04:36:58Z</dcterms:created>
  <dcterms:modified xsi:type="dcterms:W3CDTF">2021-09-10T05:57:56Z</dcterms:modified>
</cp:coreProperties>
</file>