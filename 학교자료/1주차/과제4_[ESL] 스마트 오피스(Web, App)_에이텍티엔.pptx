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3.xml" ContentType="application/vnd.openxmlformats-officedocument.them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5062" r:id="rId1"/>
    <p:sldMasterId id="2147485057" r:id="rId2"/>
    <p:sldMasterId id="2147485059" r:id="rId3"/>
    <p:sldMasterId id="2147485125" r:id="rId4"/>
  </p:sldMasterIdLst>
  <p:notesMasterIdLst>
    <p:notesMasterId r:id="rId11"/>
  </p:notesMasterIdLst>
  <p:sldIdLst>
    <p:sldId id="269" r:id="rId5"/>
    <p:sldId id="271" r:id="rId6"/>
    <p:sldId id="272" r:id="rId7"/>
    <p:sldId id="273" r:id="rId8"/>
    <p:sldId id="274" r:id="rId9"/>
    <p:sldId id="275" r:id="rId10"/>
  </p:sldIdLst>
  <p:sldSz cx="9906000" cy="6858000" type="A4"/>
  <p:notesSz cx="6735763" cy="9866313"/>
  <p:defaultTextStyle>
    <a:defPPr>
      <a:defRPr lang="ko-KR"/>
    </a:defPPr>
    <a:lvl1pPr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07">
          <p15:clr>
            <a:srgbClr val="A4A3A4"/>
          </p15:clr>
        </p15:guide>
        <p15:guide id="2" pos="212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9694"/>
    <a:srgbClr val="F2DCDB"/>
    <a:srgbClr val="8FAADC"/>
    <a:srgbClr val="DAE3F3"/>
    <a:srgbClr val="C80850"/>
    <a:srgbClr val="6A737B"/>
    <a:srgbClr val="818A90"/>
    <a:srgbClr val="D9D9D9"/>
    <a:srgbClr val="F2F2F2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75" autoAdjust="0"/>
    <p:restoredTop sz="94660"/>
  </p:normalViewPr>
  <p:slideViewPr>
    <p:cSldViewPr showGuides="1">
      <p:cViewPr varScale="1">
        <p:scale>
          <a:sx n="91" d="100"/>
          <a:sy n="91" d="100"/>
        </p:scale>
        <p:origin x="2194" y="58"/>
      </p:cViewPr>
      <p:guideLst>
        <p:guide orient="horz" pos="2160"/>
        <p:guide pos="312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howGuides="1">
      <p:cViewPr varScale="1">
        <p:scale>
          <a:sx n="76" d="100"/>
          <a:sy n="76" d="100"/>
        </p:scale>
        <p:origin x="-3294" y="-84"/>
      </p:cViewPr>
      <p:guideLst>
        <p:guide orient="horz" pos="3107"/>
        <p:guide pos="212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9413" cy="4937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0" latinLnBrk="0" hangingPunct="0">
              <a:defRPr sz="1200">
                <a:latin typeface="굴림" charset="-127"/>
                <a:ea typeface="굴림" charset="-127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14763" y="0"/>
            <a:ext cx="2919412" cy="4937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0" latinLnBrk="0" hangingPunct="0">
              <a:defRPr sz="1200">
                <a:latin typeface="굴림" charset="-127"/>
                <a:ea typeface="굴림" charset="-127"/>
              </a:defRPr>
            </a:lvl1pPr>
          </a:lstStyle>
          <a:p>
            <a:pPr>
              <a:defRPr/>
            </a:pPr>
            <a:fld id="{8FE36F76-0704-4771-B1A4-B404F72F0DF0}" type="datetimeFigureOut">
              <a:rPr lang="ko-KR" altLang="en-US"/>
              <a:pPr>
                <a:defRPr/>
              </a:pPr>
              <a:t>2021-08-26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95325" y="739775"/>
            <a:ext cx="5345113" cy="37004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ko-KR" altLang="en-US" noProof="0" smtClean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3100" y="4686300"/>
            <a:ext cx="5389563" cy="44402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noProof="0" smtClean="0"/>
              <a:t>마스터 텍스트 스타일을 편집합니다</a:t>
            </a:r>
          </a:p>
          <a:p>
            <a:pPr lvl="1"/>
            <a:r>
              <a:rPr lang="ko-KR" altLang="en-US" noProof="0" smtClean="0"/>
              <a:t>둘째 수준</a:t>
            </a:r>
          </a:p>
          <a:p>
            <a:pPr lvl="2"/>
            <a:r>
              <a:rPr lang="ko-KR" altLang="en-US" noProof="0" smtClean="0"/>
              <a:t>셋째 수준</a:t>
            </a:r>
          </a:p>
          <a:p>
            <a:pPr lvl="3"/>
            <a:r>
              <a:rPr lang="ko-KR" altLang="en-US" noProof="0" smtClean="0"/>
              <a:t>넷째 수준</a:t>
            </a:r>
          </a:p>
          <a:p>
            <a:pPr lvl="4"/>
            <a:r>
              <a:rPr lang="ko-KR" altLang="en-US" noProof="0" smtClean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371013"/>
            <a:ext cx="2919413" cy="4937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0" latinLnBrk="0" hangingPunct="0">
              <a:defRPr sz="1200">
                <a:latin typeface="굴림" charset="-127"/>
                <a:ea typeface="굴림" charset="-127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14763" y="9371013"/>
            <a:ext cx="2919412" cy="493712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0" latinLnBrk="0" hangingPunct="0">
              <a:defRPr sz="1200"/>
            </a:lvl1pPr>
          </a:lstStyle>
          <a:p>
            <a:pPr>
              <a:defRPr/>
            </a:pPr>
            <a:fld id="{4B00D4F1-DE92-40F8-AC0B-7787122725F0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0254631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기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텍스트 개체 틀 4"/>
          <p:cNvSpPr>
            <a:spLocks noGrp="1"/>
          </p:cNvSpPr>
          <p:nvPr>
            <p:ph type="body" sz="quarter" idx="10"/>
          </p:nvPr>
        </p:nvSpPr>
        <p:spPr>
          <a:xfrm>
            <a:off x="1949388" y="2160001"/>
            <a:ext cx="6007233" cy="792163"/>
          </a:xfrm>
          <a:prstGeom prst="rect">
            <a:avLst/>
          </a:prstGeom>
        </p:spPr>
        <p:txBody>
          <a:bodyPr/>
          <a:lstStyle>
            <a:lvl1pPr marL="0" indent="0" algn="ctr">
              <a:buFontTx/>
              <a:buNone/>
              <a:defRPr sz="4333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95285" indent="0">
              <a:buFontTx/>
              <a:buNone/>
              <a:defRPr b="1"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990570" indent="0">
              <a:buFontTx/>
              <a:buNone/>
              <a:defRPr b="1"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485854" indent="0">
              <a:buFontTx/>
              <a:buNone/>
              <a:defRPr b="1"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1981139" indent="0">
              <a:buFontTx/>
              <a:buNone/>
              <a:defRPr b="1"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lvl="0"/>
            <a:r>
              <a:rPr lang="ko-KR" altLang="en-US" dirty="0" smtClean="0"/>
              <a:t>마스터 텍스트 스타일을 편집합니다</a:t>
            </a:r>
          </a:p>
        </p:txBody>
      </p:sp>
      <p:sp>
        <p:nvSpPr>
          <p:cNvPr id="8" name="텍스트 개체 틀 7"/>
          <p:cNvSpPr>
            <a:spLocks noGrp="1"/>
          </p:cNvSpPr>
          <p:nvPr>
            <p:ph type="body" sz="quarter" idx="11" hasCustomPrompt="1"/>
          </p:nvPr>
        </p:nvSpPr>
        <p:spPr>
          <a:xfrm>
            <a:off x="3860987" y="4500000"/>
            <a:ext cx="2184135" cy="369888"/>
          </a:xfrm>
          <a:prstGeom prst="rect">
            <a:avLst/>
          </a:prstGeom>
        </p:spPr>
        <p:txBody>
          <a:bodyPr/>
          <a:lstStyle>
            <a:lvl1pPr marL="0" indent="0" algn="ctr">
              <a:buFontTx/>
              <a:buNone/>
              <a:defRPr sz="1950" b="1"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95285" indent="0">
              <a:buFontTx/>
              <a:buNone/>
              <a:defRPr sz="195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90570" indent="0">
              <a:buFontTx/>
              <a:buNone/>
              <a:defRPr sz="195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485854" indent="0">
              <a:buFontTx/>
              <a:buNone/>
              <a:defRPr sz="195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981139" indent="0">
              <a:buFontTx/>
              <a:buNone/>
              <a:defRPr sz="195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ko-KR" altLang="en-US" dirty="0" smtClean="0"/>
              <a:t>마스터 텍스트 스타일을 편집합니다</a:t>
            </a:r>
          </a:p>
        </p:txBody>
      </p:sp>
      <p:cxnSp>
        <p:nvCxnSpPr>
          <p:cNvPr id="13" name="직선 연결선 12"/>
          <p:cNvCxnSpPr/>
          <p:nvPr userDrawn="1"/>
        </p:nvCxnSpPr>
        <p:spPr>
          <a:xfrm>
            <a:off x="4562609" y="2060848"/>
            <a:ext cx="780785" cy="0"/>
          </a:xfrm>
          <a:prstGeom prst="line">
            <a:avLst/>
          </a:prstGeom>
          <a:ln>
            <a:solidFill>
              <a:srgbClr val="C808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그림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46630" y="5477948"/>
            <a:ext cx="2612740" cy="2084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739964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+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텍스트 개체 틀 4"/>
          <p:cNvSpPr>
            <a:spLocks noGrp="1"/>
          </p:cNvSpPr>
          <p:nvPr>
            <p:ph type="body" sz="quarter" idx="10"/>
          </p:nvPr>
        </p:nvSpPr>
        <p:spPr>
          <a:xfrm>
            <a:off x="1949384" y="1350000"/>
            <a:ext cx="6007233" cy="792163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4333" b="1">
                <a:solidFill>
                  <a:srgbClr val="C80850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95285" indent="0">
              <a:buFontTx/>
              <a:buNone/>
              <a:defRPr b="1"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990570" indent="0">
              <a:buFontTx/>
              <a:buNone/>
              <a:defRPr b="1"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485854" indent="0">
              <a:buFontTx/>
              <a:buNone/>
              <a:defRPr b="1"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1981139" indent="0">
              <a:buFontTx/>
              <a:buNone/>
              <a:defRPr b="1"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lvl="0"/>
            <a:r>
              <a:rPr lang="ko-KR" altLang="en-US" dirty="0" smtClean="0"/>
              <a:t>마스터 텍스트 스타일을 편집합니다</a:t>
            </a:r>
          </a:p>
        </p:txBody>
      </p:sp>
      <p:sp>
        <p:nvSpPr>
          <p:cNvPr id="8" name="텍스트 개체 틀 7"/>
          <p:cNvSpPr>
            <a:spLocks noGrp="1"/>
          </p:cNvSpPr>
          <p:nvPr>
            <p:ph type="body" sz="quarter" idx="13"/>
          </p:nvPr>
        </p:nvSpPr>
        <p:spPr>
          <a:xfrm>
            <a:off x="3080819" y="4797152"/>
            <a:ext cx="3744362" cy="369888"/>
          </a:xfrm>
          <a:prstGeom prst="rect">
            <a:avLst/>
          </a:prstGeom>
        </p:spPr>
        <p:txBody>
          <a:bodyPr/>
          <a:lstStyle>
            <a:lvl1pPr marL="0" indent="0" algn="ctr">
              <a:buFontTx/>
              <a:buNone/>
              <a:defRPr sz="1950" b="1"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95285" indent="0">
              <a:buFontTx/>
              <a:buNone/>
              <a:defRPr sz="195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90570" indent="0">
              <a:buFontTx/>
              <a:buNone/>
              <a:defRPr sz="195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485854" indent="0">
              <a:buFontTx/>
              <a:buNone/>
              <a:defRPr sz="195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981139" indent="0">
              <a:buFontTx/>
              <a:buNone/>
              <a:defRPr sz="195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ko-KR" altLang="en-US" dirty="0" smtClean="0"/>
              <a:t>마스터 텍스트 스타일을 편집합니다</a:t>
            </a:r>
          </a:p>
        </p:txBody>
      </p:sp>
      <p:pic>
        <p:nvPicPr>
          <p:cNvPr id="6" name="그림 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46630" y="5477948"/>
            <a:ext cx="2612740" cy="2084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50897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텍스트 개체 틀 4"/>
          <p:cNvSpPr>
            <a:spLocks noGrp="1"/>
          </p:cNvSpPr>
          <p:nvPr>
            <p:ph type="body" sz="quarter" idx="10"/>
          </p:nvPr>
        </p:nvSpPr>
        <p:spPr>
          <a:xfrm>
            <a:off x="1265771" y="14514"/>
            <a:ext cx="7374461" cy="1182238"/>
          </a:xfrm>
          <a:prstGeom prst="rect">
            <a:avLst/>
          </a:prstGeom>
        </p:spPr>
        <p:txBody>
          <a:bodyPr anchor="ctr"/>
          <a:lstStyle>
            <a:lvl1pPr marL="0" indent="0" algn="ctr">
              <a:buFontTx/>
              <a:buNone/>
              <a:defRPr sz="3467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95285" indent="0">
              <a:buFontTx/>
              <a:buNone/>
              <a:defRPr b="1"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990570" indent="0">
              <a:buFontTx/>
              <a:buNone/>
              <a:defRPr b="1"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485854" indent="0">
              <a:buFontTx/>
              <a:buNone/>
              <a:defRPr b="1"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1981139" indent="0">
              <a:buFontTx/>
              <a:buNone/>
              <a:defRPr b="1"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lvl="0"/>
            <a:endParaRPr lang="ko-KR" altLang="en-US" dirty="0" smtClean="0"/>
          </a:p>
        </p:txBody>
      </p:sp>
      <p:cxnSp>
        <p:nvCxnSpPr>
          <p:cNvPr id="3" name="직선 연결선 2"/>
          <p:cNvCxnSpPr/>
          <p:nvPr userDrawn="1"/>
        </p:nvCxnSpPr>
        <p:spPr>
          <a:xfrm>
            <a:off x="273000" y="1196752"/>
            <a:ext cx="9360000" cy="0"/>
          </a:xfrm>
          <a:prstGeom prst="line">
            <a:avLst/>
          </a:prstGeom>
          <a:ln>
            <a:solidFill>
              <a:srgbClr val="C808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10"/>
          <p:cNvSpPr>
            <a:spLocks noChangeArrowheads="1"/>
          </p:cNvSpPr>
          <p:nvPr userDrawn="1"/>
        </p:nvSpPr>
        <p:spPr bwMode="auto">
          <a:xfrm>
            <a:off x="3921125" y="6500814"/>
            <a:ext cx="2063750" cy="3127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latinLnBrk="1" hangingPunct="1">
              <a:defRPr/>
            </a:pPr>
            <a:fld id="{9F98C683-13CA-4AC8-834B-1B011E9BE95B}" type="slidenum">
              <a:rPr lang="en-US" altLang="ko-KR" sz="1300" b="1" smtClean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-윤고딕130" pitchFamily="18" charset="-127"/>
              </a:rPr>
              <a:pPr algn="ctr" eaLnBrk="1" latinLnBrk="1" hangingPunct="1">
                <a:defRPr/>
              </a:pPr>
              <a:t>‹#›</a:t>
            </a:fld>
            <a:r>
              <a:rPr lang="en-US" altLang="ko-KR" sz="1300" b="1" dirty="0" smtClean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-윤고딕130" pitchFamily="18" charset="-127"/>
              </a:rPr>
              <a:t> / </a:t>
            </a:r>
            <a:r>
              <a:rPr lang="en-US" altLang="ko-KR" sz="1300" b="1" dirty="0" smtClean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-윤고딕130" pitchFamily="18" charset="-127"/>
              </a:rPr>
              <a:t>6</a:t>
            </a:r>
            <a:endParaRPr lang="en-US" altLang="ko-KR" sz="1300" b="1" dirty="0" smtClean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-윤고딕130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14756745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>
        <p15:guide id="1" pos="6069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내지(내용입력용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텍스트 개체 틀 8"/>
          <p:cNvSpPr>
            <a:spLocks noGrp="1"/>
          </p:cNvSpPr>
          <p:nvPr>
            <p:ph type="body" sz="quarter" idx="10"/>
          </p:nvPr>
        </p:nvSpPr>
        <p:spPr>
          <a:xfrm>
            <a:off x="284545" y="332656"/>
            <a:ext cx="7176691" cy="360362"/>
          </a:xfrm>
          <a:prstGeom prst="rect">
            <a:avLst/>
          </a:prstGeom>
        </p:spPr>
        <p:txBody>
          <a:bodyPr/>
          <a:lstStyle>
            <a:lvl1pPr marL="0" indent="0">
              <a:buFont typeface="+mj-lt"/>
              <a:buNone/>
              <a:defRPr sz="2167" b="1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 sz="1950"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defRPr sz="1733"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 sz="1517"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defRPr sz="1517"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lvl="0"/>
            <a:r>
              <a:rPr lang="ko-KR" altLang="en-US" dirty="0" smtClean="0"/>
              <a:t>마스터 텍스트 스타일을 편집합니다</a:t>
            </a:r>
          </a:p>
        </p:txBody>
      </p:sp>
      <p:sp>
        <p:nvSpPr>
          <p:cNvPr id="8" name="텍스트 개체 틀 10"/>
          <p:cNvSpPr>
            <a:spLocks noGrp="1"/>
          </p:cNvSpPr>
          <p:nvPr>
            <p:ph type="body" sz="quarter" idx="11"/>
          </p:nvPr>
        </p:nvSpPr>
        <p:spPr>
          <a:xfrm>
            <a:off x="273000" y="908719"/>
            <a:ext cx="9360000" cy="5184105"/>
          </a:xfrm>
          <a:prstGeom prst="rect">
            <a:avLst/>
          </a:prstGeom>
        </p:spPr>
        <p:txBody>
          <a:bodyPr/>
          <a:lstStyle>
            <a:lvl1pPr>
              <a:defRPr sz="195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 sz="1733"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defRPr sz="1517"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 sz="1300"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defRPr sz="1300"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64337245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>
        <p15:guide id="1" orient="horz" pos="436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내지(소제목 추가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텍스트 개체 틀 8"/>
          <p:cNvSpPr>
            <a:spLocks noGrp="1"/>
          </p:cNvSpPr>
          <p:nvPr>
            <p:ph type="body" sz="quarter" idx="13"/>
          </p:nvPr>
        </p:nvSpPr>
        <p:spPr>
          <a:xfrm>
            <a:off x="7605295" y="331788"/>
            <a:ext cx="2028225" cy="360362"/>
          </a:xfrm>
          <a:prstGeom prst="rect">
            <a:avLst/>
          </a:prstGeom>
        </p:spPr>
        <p:txBody>
          <a:bodyPr/>
          <a:lstStyle>
            <a:lvl1pPr marL="0" indent="0" algn="r">
              <a:buFontTx/>
              <a:buNone/>
              <a:defRPr sz="1517" b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 sz="1950"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defRPr sz="1733"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 sz="1517"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defRPr sz="1517"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lvl="0"/>
            <a:r>
              <a:rPr lang="ko-KR" altLang="en-US" dirty="0" smtClean="0"/>
              <a:t>마스터 텍스트 스타일을 편집합니다</a:t>
            </a:r>
          </a:p>
        </p:txBody>
      </p:sp>
      <p:sp>
        <p:nvSpPr>
          <p:cNvPr id="5" name="텍스트 개체 틀 8"/>
          <p:cNvSpPr>
            <a:spLocks noGrp="1"/>
          </p:cNvSpPr>
          <p:nvPr>
            <p:ph type="body" sz="quarter" idx="10"/>
          </p:nvPr>
        </p:nvSpPr>
        <p:spPr>
          <a:xfrm>
            <a:off x="284700" y="332334"/>
            <a:ext cx="7176691" cy="360362"/>
          </a:xfrm>
          <a:prstGeom prst="rect">
            <a:avLst/>
          </a:prstGeom>
        </p:spPr>
        <p:txBody>
          <a:bodyPr/>
          <a:lstStyle>
            <a:lvl1pPr marL="0" indent="0">
              <a:buFont typeface="+mj-lt"/>
              <a:buNone/>
              <a:defRPr sz="2167" b="1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 sz="1950"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defRPr sz="1733"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 sz="1517"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defRPr sz="1517"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lvl="0"/>
            <a:r>
              <a:rPr lang="ko-KR" altLang="en-US" dirty="0" smtClean="0"/>
              <a:t>마스터 텍스트 스타일을 편집합니다</a:t>
            </a:r>
          </a:p>
        </p:txBody>
      </p:sp>
      <p:sp>
        <p:nvSpPr>
          <p:cNvPr id="6" name="텍스트 개체 틀 10"/>
          <p:cNvSpPr>
            <a:spLocks noGrp="1"/>
          </p:cNvSpPr>
          <p:nvPr>
            <p:ph type="body" sz="quarter" idx="11"/>
          </p:nvPr>
        </p:nvSpPr>
        <p:spPr>
          <a:xfrm>
            <a:off x="273000" y="908719"/>
            <a:ext cx="9360000" cy="5184105"/>
          </a:xfrm>
          <a:prstGeom prst="rect">
            <a:avLst/>
          </a:prstGeom>
        </p:spPr>
        <p:txBody>
          <a:bodyPr/>
          <a:lstStyle>
            <a:lvl1pPr>
              <a:defRPr sz="195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 sz="1733"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defRPr sz="1517"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 sz="1300"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defRPr sz="1300"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69539298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>
        <p15:guide id="1" orient="horz" pos="436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내지(배경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0038210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내지(내용입력용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텍스트 개체 틀 8"/>
          <p:cNvSpPr>
            <a:spLocks noGrp="1"/>
          </p:cNvSpPr>
          <p:nvPr>
            <p:ph type="body" sz="quarter" idx="10"/>
          </p:nvPr>
        </p:nvSpPr>
        <p:spPr>
          <a:xfrm>
            <a:off x="284700" y="331200"/>
            <a:ext cx="7176691" cy="360362"/>
          </a:xfrm>
          <a:prstGeom prst="rect">
            <a:avLst/>
          </a:prstGeom>
        </p:spPr>
        <p:txBody>
          <a:bodyPr/>
          <a:lstStyle>
            <a:lvl1pPr marL="0" indent="0">
              <a:buFont typeface="+mj-lt"/>
              <a:buNone/>
              <a:defRPr sz="2167" b="1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 sz="1950"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defRPr sz="1733"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 sz="1517"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defRPr sz="1517"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lvl="0"/>
            <a:r>
              <a:rPr lang="ko-KR" altLang="en-US" dirty="0" smtClean="0"/>
              <a:t>마스터 텍스트 스타일을 편집합니다</a:t>
            </a:r>
          </a:p>
        </p:txBody>
      </p:sp>
      <p:sp>
        <p:nvSpPr>
          <p:cNvPr id="8" name="텍스트 개체 틀 10"/>
          <p:cNvSpPr>
            <a:spLocks noGrp="1"/>
          </p:cNvSpPr>
          <p:nvPr>
            <p:ph type="body" sz="quarter" idx="11"/>
          </p:nvPr>
        </p:nvSpPr>
        <p:spPr>
          <a:xfrm>
            <a:off x="273000" y="908719"/>
            <a:ext cx="9360000" cy="5184105"/>
          </a:xfrm>
          <a:prstGeom prst="rect">
            <a:avLst/>
          </a:prstGeom>
        </p:spPr>
        <p:txBody>
          <a:bodyPr/>
          <a:lstStyle>
            <a:lvl1pPr>
              <a:defRPr sz="195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 sz="1733"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defRPr sz="1517"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 sz="1300"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defRPr sz="1300"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6651902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내지(소제목 추가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텍스트 개체 틀 8"/>
          <p:cNvSpPr>
            <a:spLocks noGrp="1"/>
          </p:cNvSpPr>
          <p:nvPr>
            <p:ph type="body" sz="quarter" idx="13"/>
          </p:nvPr>
        </p:nvSpPr>
        <p:spPr>
          <a:xfrm>
            <a:off x="7606048" y="331200"/>
            <a:ext cx="2028225" cy="360362"/>
          </a:xfrm>
          <a:prstGeom prst="rect">
            <a:avLst/>
          </a:prstGeom>
        </p:spPr>
        <p:txBody>
          <a:bodyPr/>
          <a:lstStyle>
            <a:lvl1pPr marL="0" indent="0" algn="r">
              <a:buFontTx/>
              <a:buNone/>
              <a:defRPr sz="1517" b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 sz="1950"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defRPr sz="1733"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 sz="1517"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defRPr sz="1517"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lvl="0"/>
            <a:r>
              <a:rPr lang="ko-KR" altLang="en-US" dirty="0" smtClean="0"/>
              <a:t>마스터 텍스트 스타일을 편집합니다</a:t>
            </a:r>
          </a:p>
        </p:txBody>
      </p:sp>
      <p:sp>
        <p:nvSpPr>
          <p:cNvPr id="5" name="텍스트 개체 틀 8"/>
          <p:cNvSpPr>
            <a:spLocks noGrp="1"/>
          </p:cNvSpPr>
          <p:nvPr>
            <p:ph type="body" sz="quarter" idx="10"/>
          </p:nvPr>
        </p:nvSpPr>
        <p:spPr>
          <a:xfrm>
            <a:off x="284700" y="331200"/>
            <a:ext cx="7176691" cy="360362"/>
          </a:xfrm>
          <a:prstGeom prst="rect">
            <a:avLst/>
          </a:prstGeom>
        </p:spPr>
        <p:txBody>
          <a:bodyPr/>
          <a:lstStyle>
            <a:lvl1pPr marL="0" indent="0">
              <a:buFont typeface="+mj-lt"/>
              <a:buNone/>
              <a:defRPr sz="2167" b="1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 sz="1950"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defRPr sz="1733"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 sz="1517"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defRPr sz="1517"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lvl="0"/>
            <a:r>
              <a:rPr lang="ko-KR" altLang="en-US" dirty="0" smtClean="0"/>
              <a:t>마스터 텍스트 스타일을 편집합니다</a:t>
            </a:r>
          </a:p>
        </p:txBody>
      </p:sp>
      <p:sp>
        <p:nvSpPr>
          <p:cNvPr id="6" name="텍스트 개체 틀 10"/>
          <p:cNvSpPr>
            <a:spLocks noGrp="1"/>
          </p:cNvSpPr>
          <p:nvPr>
            <p:ph type="body" sz="quarter" idx="11"/>
          </p:nvPr>
        </p:nvSpPr>
        <p:spPr>
          <a:xfrm>
            <a:off x="273000" y="908720"/>
            <a:ext cx="9360000" cy="5184105"/>
          </a:xfrm>
          <a:prstGeom prst="rect">
            <a:avLst/>
          </a:prstGeom>
        </p:spPr>
        <p:txBody>
          <a:bodyPr/>
          <a:lstStyle>
            <a:lvl1pPr>
              <a:defRPr sz="195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 sz="1733"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defRPr sz="1517"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 sz="1300"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defRPr sz="1300"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9487088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내지(배경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9984779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3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4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theme" Target="../theme/theme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직사각형 11"/>
          <p:cNvSpPr/>
          <p:nvPr userDrawn="1"/>
        </p:nvSpPr>
        <p:spPr>
          <a:xfrm>
            <a:off x="0" y="0"/>
            <a:ext cx="9906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5123" r:id="rId1"/>
    <p:sldLayoutId id="2147485124" r:id="rId2"/>
  </p:sldLayoutIdLst>
  <p:timing>
    <p:tnLst>
      <p:par>
        <p:cTn id="1" dur="indefinite" restart="never" nodeType="tmRoot"/>
      </p:par>
    </p:tnLst>
  </p:timing>
  <p:hf hdr="0" ftr="0" dt="0"/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4767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4767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4767">
          <a:solidFill>
            <a:schemeClr val="tx1"/>
          </a:solidFill>
          <a:latin typeface="맑은 고딕" pitchFamily="50" charset="-127"/>
          <a:ea typeface="맑은 고딕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4767">
          <a:solidFill>
            <a:schemeClr val="tx1"/>
          </a:solidFill>
          <a:latin typeface="맑은 고딕" pitchFamily="50" charset="-127"/>
          <a:ea typeface="맑은 고딕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4767">
          <a:solidFill>
            <a:schemeClr val="tx1"/>
          </a:solidFill>
          <a:latin typeface="맑은 고딕" pitchFamily="50" charset="-127"/>
          <a:ea typeface="맑은 고딕" pitchFamily="50" charset="-127"/>
        </a:defRPr>
      </a:lvl5pPr>
      <a:lvl6pPr marL="495285" algn="ctr" rtl="0" fontAlgn="base" latinLnBrk="1">
        <a:spcBef>
          <a:spcPct val="0"/>
        </a:spcBef>
        <a:spcAft>
          <a:spcPct val="0"/>
        </a:spcAft>
        <a:defRPr sz="4767">
          <a:solidFill>
            <a:schemeClr val="tx1"/>
          </a:solidFill>
          <a:latin typeface="맑은 고딕" pitchFamily="50" charset="-127"/>
          <a:ea typeface="맑은 고딕" pitchFamily="50" charset="-127"/>
        </a:defRPr>
      </a:lvl6pPr>
      <a:lvl7pPr marL="990570" algn="ctr" rtl="0" fontAlgn="base" latinLnBrk="1">
        <a:spcBef>
          <a:spcPct val="0"/>
        </a:spcBef>
        <a:spcAft>
          <a:spcPct val="0"/>
        </a:spcAft>
        <a:defRPr sz="4767">
          <a:solidFill>
            <a:schemeClr val="tx1"/>
          </a:solidFill>
          <a:latin typeface="맑은 고딕" pitchFamily="50" charset="-127"/>
          <a:ea typeface="맑은 고딕" pitchFamily="50" charset="-127"/>
        </a:defRPr>
      </a:lvl7pPr>
      <a:lvl8pPr marL="1485854" algn="ctr" rtl="0" fontAlgn="base" latinLnBrk="1">
        <a:spcBef>
          <a:spcPct val="0"/>
        </a:spcBef>
        <a:spcAft>
          <a:spcPct val="0"/>
        </a:spcAft>
        <a:defRPr sz="4767">
          <a:solidFill>
            <a:schemeClr val="tx1"/>
          </a:solidFill>
          <a:latin typeface="맑은 고딕" pitchFamily="50" charset="-127"/>
          <a:ea typeface="맑은 고딕" pitchFamily="50" charset="-127"/>
        </a:defRPr>
      </a:lvl8pPr>
      <a:lvl9pPr marL="1981139" algn="ctr" rtl="0" fontAlgn="base" latinLnBrk="1">
        <a:spcBef>
          <a:spcPct val="0"/>
        </a:spcBef>
        <a:spcAft>
          <a:spcPct val="0"/>
        </a:spcAft>
        <a:defRPr sz="4767">
          <a:solidFill>
            <a:schemeClr val="tx1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371464" indent="-371464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467" kern="1200">
          <a:solidFill>
            <a:schemeClr val="tx1"/>
          </a:solidFill>
          <a:latin typeface="+mn-lt"/>
          <a:ea typeface="+mn-ea"/>
          <a:cs typeface="+mn-cs"/>
        </a:defRPr>
      </a:lvl1pPr>
      <a:lvl2pPr marL="804838" indent="-309553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3033" kern="1200">
          <a:solidFill>
            <a:schemeClr val="tx1"/>
          </a:solidFill>
          <a:latin typeface="+mn-lt"/>
          <a:ea typeface="+mn-ea"/>
          <a:cs typeface="+mn-cs"/>
        </a:defRPr>
      </a:lvl2pPr>
      <a:lvl3pPr marL="1238212" indent="-247642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1733497" indent="-247642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167" kern="1200">
          <a:solidFill>
            <a:schemeClr val="tx1"/>
          </a:solidFill>
          <a:latin typeface="+mn-lt"/>
          <a:ea typeface="+mn-ea"/>
          <a:cs typeface="+mn-cs"/>
        </a:defRPr>
      </a:lvl4pPr>
      <a:lvl5pPr marL="2228781" indent="-247642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167" kern="1200">
          <a:solidFill>
            <a:schemeClr val="tx1"/>
          </a:solidFill>
          <a:latin typeface="+mn-lt"/>
          <a:ea typeface="+mn-ea"/>
          <a:cs typeface="+mn-cs"/>
        </a:defRPr>
      </a:lvl5pPr>
      <a:lvl6pPr marL="2724066" indent="-247642" algn="l" defTabSz="990570" rtl="0" eaLnBrk="1" latinLnBrk="1" hangingPunct="1">
        <a:spcBef>
          <a:spcPct val="20000"/>
        </a:spcBef>
        <a:buFont typeface="Arial" panose="020B0604020202020204" pitchFamily="34" charset="0"/>
        <a:buChar char="•"/>
        <a:defRPr sz="2167" kern="1200">
          <a:solidFill>
            <a:schemeClr val="tx1"/>
          </a:solidFill>
          <a:latin typeface="+mn-lt"/>
          <a:ea typeface="+mn-ea"/>
          <a:cs typeface="+mn-cs"/>
        </a:defRPr>
      </a:lvl6pPr>
      <a:lvl7pPr marL="3219351" indent="-247642" algn="l" defTabSz="990570" rtl="0" eaLnBrk="1" latinLnBrk="1" hangingPunct="1">
        <a:spcBef>
          <a:spcPct val="20000"/>
        </a:spcBef>
        <a:buFont typeface="Arial" panose="020B0604020202020204" pitchFamily="34" charset="0"/>
        <a:buChar char="•"/>
        <a:defRPr sz="2167" kern="1200">
          <a:solidFill>
            <a:schemeClr val="tx1"/>
          </a:solidFill>
          <a:latin typeface="+mn-lt"/>
          <a:ea typeface="+mn-ea"/>
          <a:cs typeface="+mn-cs"/>
        </a:defRPr>
      </a:lvl7pPr>
      <a:lvl8pPr marL="3714636" indent="-247642" algn="l" defTabSz="990570" rtl="0" eaLnBrk="1" latinLnBrk="1" hangingPunct="1">
        <a:spcBef>
          <a:spcPct val="20000"/>
        </a:spcBef>
        <a:buFont typeface="Arial" panose="020B0604020202020204" pitchFamily="34" charset="0"/>
        <a:buChar char="•"/>
        <a:defRPr sz="2167" kern="1200">
          <a:solidFill>
            <a:schemeClr val="tx1"/>
          </a:solidFill>
          <a:latin typeface="+mn-lt"/>
          <a:ea typeface="+mn-ea"/>
          <a:cs typeface="+mn-cs"/>
        </a:defRPr>
      </a:lvl8pPr>
      <a:lvl9pPr marL="4209920" indent="-247642" algn="l" defTabSz="990570" rtl="0" eaLnBrk="1" latinLnBrk="1" hangingPunct="1">
        <a:spcBef>
          <a:spcPct val="20000"/>
        </a:spcBef>
        <a:buFont typeface="Arial" panose="020B0604020202020204" pitchFamily="34" charset="0"/>
        <a:buChar char="•"/>
        <a:defRPr sz="21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1pPr>
      <a:lvl2pPr marL="495285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2pPr>
      <a:lvl3pPr marL="990570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3pPr>
      <a:lvl4pPr marL="1485854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4pPr>
      <a:lvl5pPr marL="1981139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5pPr>
      <a:lvl6pPr marL="2476424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09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7pPr>
      <a:lvl8pPr marL="3466993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8pPr>
      <a:lvl9pPr marL="3962278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 userDrawn="1"/>
        </p:nvSpPr>
        <p:spPr>
          <a:xfrm>
            <a:off x="7394126" y="6518681"/>
            <a:ext cx="2363147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o-KR" altLang="en-US" sz="1300" b="1" dirty="0" smtClean="0">
                <a:solidFill>
                  <a:srgbClr val="6A737B"/>
                </a:solidFill>
                <a:latin typeface="+mn-ea"/>
                <a:ea typeface="+mn-ea"/>
              </a:rPr>
              <a:t>성과중심의 일하는 방식 정착</a:t>
            </a:r>
            <a:endParaRPr lang="ko-KR" altLang="en-US" sz="1300" b="1" dirty="0">
              <a:solidFill>
                <a:srgbClr val="6A737B"/>
              </a:solidFill>
              <a:latin typeface="+mn-ea"/>
              <a:ea typeface="+mn-ea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5119" r:id="rId1"/>
  </p:sldLayoutIdLst>
  <p:timing>
    <p:tnLst>
      <p:par>
        <p:cTn id="1" dur="indefinite" restart="never" nodeType="tmRoot"/>
      </p:par>
    </p:tnLst>
  </p:timing>
  <p:hf hdr="0" ftr="0" dt="0"/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4767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4767">
          <a:solidFill>
            <a:schemeClr val="tx1"/>
          </a:solidFill>
          <a:latin typeface="Arial" charset="0"/>
          <a:ea typeface="맑은 고딕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4767">
          <a:solidFill>
            <a:schemeClr val="tx1"/>
          </a:solidFill>
          <a:latin typeface="Arial" charset="0"/>
          <a:ea typeface="맑은 고딕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4767">
          <a:solidFill>
            <a:schemeClr val="tx1"/>
          </a:solidFill>
          <a:latin typeface="Arial" charset="0"/>
          <a:ea typeface="맑은 고딕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4767">
          <a:solidFill>
            <a:schemeClr val="tx1"/>
          </a:solidFill>
          <a:latin typeface="Arial" charset="0"/>
          <a:ea typeface="맑은 고딕" pitchFamily="50" charset="-127"/>
        </a:defRPr>
      </a:lvl5pPr>
      <a:lvl6pPr marL="495285" algn="ctr" rtl="0" fontAlgn="base" latinLnBrk="1">
        <a:spcBef>
          <a:spcPct val="0"/>
        </a:spcBef>
        <a:spcAft>
          <a:spcPct val="0"/>
        </a:spcAft>
        <a:defRPr sz="4767">
          <a:solidFill>
            <a:schemeClr val="tx1"/>
          </a:solidFill>
          <a:latin typeface="Arial" charset="0"/>
          <a:ea typeface="맑은 고딕" pitchFamily="50" charset="-127"/>
        </a:defRPr>
      </a:lvl6pPr>
      <a:lvl7pPr marL="990570" algn="ctr" rtl="0" fontAlgn="base" latinLnBrk="1">
        <a:spcBef>
          <a:spcPct val="0"/>
        </a:spcBef>
        <a:spcAft>
          <a:spcPct val="0"/>
        </a:spcAft>
        <a:defRPr sz="4767">
          <a:solidFill>
            <a:schemeClr val="tx1"/>
          </a:solidFill>
          <a:latin typeface="Arial" charset="0"/>
          <a:ea typeface="맑은 고딕" pitchFamily="50" charset="-127"/>
        </a:defRPr>
      </a:lvl7pPr>
      <a:lvl8pPr marL="1485854" algn="ctr" rtl="0" fontAlgn="base" latinLnBrk="1">
        <a:spcBef>
          <a:spcPct val="0"/>
        </a:spcBef>
        <a:spcAft>
          <a:spcPct val="0"/>
        </a:spcAft>
        <a:defRPr sz="4767">
          <a:solidFill>
            <a:schemeClr val="tx1"/>
          </a:solidFill>
          <a:latin typeface="Arial" charset="0"/>
          <a:ea typeface="맑은 고딕" pitchFamily="50" charset="-127"/>
        </a:defRPr>
      </a:lvl8pPr>
      <a:lvl9pPr marL="1981139" algn="ctr" rtl="0" fontAlgn="base" latinLnBrk="1">
        <a:spcBef>
          <a:spcPct val="0"/>
        </a:spcBef>
        <a:spcAft>
          <a:spcPct val="0"/>
        </a:spcAft>
        <a:defRPr sz="4767">
          <a:solidFill>
            <a:schemeClr val="tx1"/>
          </a:solidFill>
          <a:latin typeface="Arial" charset="0"/>
          <a:ea typeface="맑은 고딕" pitchFamily="50" charset="-127"/>
        </a:defRPr>
      </a:lvl9pPr>
    </p:titleStyle>
    <p:bodyStyle>
      <a:lvl1pPr marL="371464" indent="-371464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467" kern="1200">
          <a:solidFill>
            <a:schemeClr val="tx1"/>
          </a:solidFill>
          <a:latin typeface="+mn-lt"/>
          <a:ea typeface="+mn-ea"/>
          <a:cs typeface="+mn-cs"/>
        </a:defRPr>
      </a:lvl1pPr>
      <a:lvl2pPr marL="804838" indent="-309553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3033" kern="1200">
          <a:solidFill>
            <a:schemeClr val="tx1"/>
          </a:solidFill>
          <a:latin typeface="+mn-lt"/>
          <a:ea typeface="+mn-ea"/>
          <a:cs typeface="+mn-cs"/>
        </a:defRPr>
      </a:lvl2pPr>
      <a:lvl3pPr marL="1238212" indent="-247642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1733497" indent="-247642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167" kern="1200">
          <a:solidFill>
            <a:schemeClr val="tx1"/>
          </a:solidFill>
          <a:latin typeface="+mn-lt"/>
          <a:ea typeface="+mn-ea"/>
          <a:cs typeface="+mn-cs"/>
        </a:defRPr>
      </a:lvl4pPr>
      <a:lvl5pPr marL="2228781" indent="-247642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167" kern="1200">
          <a:solidFill>
            <a:schemeClr val="tx1"/>
          </a:solidFill>
          <a:latin typeface="+mn-lt"/>
          <a:ea typeface="+mn-ea"/>
          <a:cs typeface="+mn-cs"/>
        </a:defRPr>
      </a:lvl5pPr>
      <a:lvl6pPr marL="2724066" indent="-247642" algn="l" defTabSz="990570" rtl="0" eaLnBrk="1" latinLnBrk="1" hangingPunct="1">
        <a:spcBef>
          <a:spcPct val="20000"/>
        </a:spcBef>
        <a:buFont typeface="Arial" panose="020B0604020202020204" pitchFamily="34" charset="0"/>
        <a:buChar char="•"/>
        <a:defRPr sz="2167" kern="1200">
          <a:solidFill>
            <a:schemeClr val="tx1"/>
          </a:solidFill>
          <a:latin typeface="+mn-lt"/>
          <a:ea typeface="+mn-ea"/>
          <a:cs typeface="+mn-cs"/>
        </a:defRPr>
      </a:lvl6pPr>
      <a:lvl7pPr marL="3219351" indent="-247642" algn="l" defTabSz="990570" rtl="0" eaLnBrk="1" latinLnBrk="1" hangingPunct="1">
        <a:spcBef>
          <a:spcPct val="20000"/>
        </a:spcBef>
        <a:buFont typeface="Arial" panose="020B0604020202020204" pitchFamily="34" charset="0"/>
        <a:buChar char="•"/>
        <a:defRPr sz="2167" kern="1200">
          <a:solidFill>
            <a:schemeClr val="tx1"/>
          </a:solidFill>
          <a:latin typeface="+mn-lt"/>
          <a:ea typeface="+mn-ea"/>
          <a:cs typeface="+mn-cs"/>
        </a:defRPr>
      </a:lvl7pPr>
      <a:lvl8pPr marL="3714636" indent="-247642" algn="l" defTabSz="990570" rtl="0" eaLnBrk="1" latinLnBrk="1" hangingPunct="1">
        <a:spcBef>
          <a:spcPct val="20000"/>
        </a:spcBef>
        <a:buFont typeface="Arial" panose="020B0604020202020204" pitchFamily="34" charset="0"/>
        <a:buChar char="•"/>
        <a:defRPr sz="2167" kern="1200">
          <a:solidFill>
            <a:schemeClr val="tx1"/>
          </a:solidFill>
          <a:latin typeface="+mn-lt"/>
          <a:ea typeface="+mn-ea"/>
          <a:cs typeface="+mn-cs"/>
        </a:defRPr>
      </a:lvl8pPr>
      <a:lvl9pPr marL="4209920" indent="-247642" algn="l" defTabSz="990570" rtl="0" eaLnBrk="1" latinLnBrk="1" hangingPunct="1">
        <a:spcBef>
          <a:spcPct val="20000"/>
        </a:spcBef>
        <a:buFont typeface="Arial" panose="020B0604020202020204" pitchFamily="34" charset="0"/>
        <a:buChar char="•"/>
        <a:defRPr sz="21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1pPr>
      <a:lvl2pPr marL="495285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2pPr>
      <a:lvl3pPr marL="990570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3pPr>
      <a:lvl4pPr marL="1485854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4pPr>
      <a:lvl5pPr marL="1981139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5pPr>
      <a:lvl6pPr marL="2476424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09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7pPr>
      <a:lvl8pPr marL="3466993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8pPr>
      <a:lvl9pPr marL="3962278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0"/>
          <p:cNvSpPr>
            <a:spLocks noChangeArrowheads="1"/>
          </p:cNvSpPr>
          <p:nvPr userDrawn="1"/>
        </p:nvSpPr>
        <p:spPr bwMode="auto">
          <a:xfrm>
            <a:off x="3921125" y="6500814"/>
            <a:ext cx="2063750" cy="3127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latinLnBrk="1" hangingPunct="1">
              <a:defRPr/>
            </a:pPr>
            <a:fld id="{9F98C683-13CA-4AC8-834B-1B011E9BE95B}" type="slidenum">
              <a:rPr lang="en-US" altLang="ko-KR" sz="1300" b="1" smtClean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-윤고딕130" pitchFamily="18" charset="-127"/>
              </a:rPr>
              <a:pPr algn="ctr" eaLnBrk="1" latinLnBrk="1" hangingPunct="1">
                <a:defRPr/>
              </a:pPr>
              <a:t>‹#›</a:t>
            </a:fld>
            <a:r>
              <a:rPr lang="en-US" altLang="ko-KR" sz="1300" b="1" dirty="0" smtClean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-윤고딕130" pitchFamily="18" charset="-127"/>
              </a:rPr>
              <a:t> / </a:t>
            </a:r>
            <a:r>
              <a:rPr lang="en-US" altLang="ko-KR" sz="1300" b="1" dirty="0" smtClean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-윤고딕130" pitchFamily="18" charset="-127"/>
              </a:rPr>
              <a:t>6</a:t>
            </a:r>
            <a:endParaRPr lang="en-US" altLang="ko-KR" sz="1300" b="1" dirty="0" smtClean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-윤고딕130" pitchFamily="18" charset="-127"/>
            </a:endParaRPr>
          </a:p>
        </p:txBody>
      </p:sp>
      <p:cxnSp>
        <p:nvCxnSpPr>
          <p:cNvPr id="12" name="직선 연결선 11"/>
          <p:cNvCxnSpPr/>
          <p:nvPr userDrawn="1"/>
        </p:nvCxnSpPr>
        <p:spPr>
          <a:xfrm>
            <a:off x="273000" y="6453336"/>
            <a:ext cx="936000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직선 연결선 5"/>
          <p:cNvCxnSpPr/>
          <p:nvPr userDrawn="1"/>
        </p:nvCxnSpPr>
        <p:spPr>
          <a:xfrm>
            <a:off x="278471" y="1"/>
            <a:ext cx="0" cy="765175"/>
          </a:xfrm>
          <a:prstGeom prst="line">
            <a:avLst/>
          </a:prstGeom>
          <a:ln>
            <a:solidFill>
              <a:srgbClr val="C808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직사각형 6"/>
          <p:cNvSpPr/>
          <p:nvPr userDrawn="1"/>
        </p:nvSpPr>
        <p:spPr>
          <a:xfrm>
            <a:off x="278471" y="0"/>
            <a:ext cx="507338" cy="260350"/>
          </a:xfrm>
          <a:prstGeom prst="rect">
            <a:avLst/>
          </a:prstGeom>
          <a:solidFill>
            <a:srgbClr val="C80850"/>
          </a:solidFill>
          <a:ln w="6350">
            <a:solidFill>
              <a:srgbClr val="C808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8" name="TextBox 7"/>
          <p:cNvSpPr txBox="1"/>
          <p:nvPr userDrawn="1"/>
        </p:nvSpPr>
        <p:spPr>
          <a:xfrm>
            <a:off x="7394126" y="6518681"/>
            <a:ext cx="2363147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o-KR" altLang="en-US" sz="1300" b="1" dirty="0" smtClean="0">
                <a:solidFill>
                  <a:srgbClr val="6A737B"/>
                </a:solidFill>
                <a:latin typeface="+mn-ea"/>
                <a:ea typeface="+mn-ea"/>
              </a:rPr>
              <a:t>성과중심의 일하는 방식 정착</a:t>
            </a:r>
            <a:endParaRPr lang="ko-KR" altLang="en-US" sz="1300" b="1" dirty="0">
              <a:solidFill>
                <a:srgbClr val="6A737B"/>
              </a:solidFill>
              <a:latin typeface="+mn-ea"/>
              <a:ea typeface="+mn-ea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5120" r:id="rId1"/>
    <p:sldLayoutId id="2147485121" r:id="rId2"/>
    <p:sldLayoutId id="2147485122" r:id="rId3"/>
  </p:sldLayoutIdLst>
  <p:timing>
    <p:tnLst>
      <p:par>
        <p:cTn id="1" dur="indefinite" restart="never" nodeType="tmRoot"/>
      </p:par>
    </p:tnLst>
  </p:timing>
  <p:hf hdr="0" ftr="0" dt="0"/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4767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4767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4767">
          <a:solidFill>
            <a:schemeClr val="tx1"/>
          </a:solidFill>
          <a:latin typeface="맑은 고딕" pitchFamily="50" charset="-127"/>
          <a:ea typeface="맑은 고딕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4767">
          <a:solidFill>
            <a:schemeClr val="tx1"/>
          </a:solidFill>
          <a:latin typeface="맑은 고딕" pitchFamily="50" charset="-127"/>
          <a:ea typeface="맑은 고딕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4767">
          <a:solidFill>
            <a:schemeClr val="tx1"/>
          </a:solidFill>
          <a:latin typeface="맑은 고딕" pitchFamily="50" charset="-127"/>
          <a:ea typeface="맑은 고딕" pitchFamily="50" charset="-127"/>
        </a:defRPr>
      </a:lvl5pPr>
      <a:lvl6pPr marL="495285" algn="ctr" rtl="0" fontAlgn="base" latinLnBrk="1">
        <a:spcBef>
          <a:spcPct val="0"/>
        </a:spcBef>
        <a:spcAft>
          <a:spcPct val="0"/>
        </a:spcAft>
        <a:defRPr sz="4767">
          <a:solidFill>
            <a:schemeClr val="tx1"/>
          </a:solidFill>
          <a:latin typeface="맑은 고딕" pitchFamily="50" charset="-127"/>
          <a:ea typeface="맑은 고딕" pitchFamily="50" charset="-127"/>
        </a:defRPr>
      </a:lvl6pPr>
      <a:lvl7pPr marL="990570" algn="ctr" rtl="0" fontAlgn="base" latinLnBrk="1">
        <a:spcBef>
          <a:spcPct val="0"/>
        </a:spcBef>
        <a:spcAft>
          <a:spcPct val="0"/>
        </a:spcAft>
        <a:defRPr sz="4767">
          <a:solidFill>
            <a:schemeClr val="tx1"/>
          </a:solidFill>
          <a:latin typeface="맑은 고딕" pitchFamily="50" charset="-127"/>
          <a:ea typeface="맑은 고딕" pitchFamily="50" charset="-127"/>
        </a:defRPr>
      </a:lvl7pPr>
      <a:lvl8pPr marL="1485854" algn="ctr" rtl="0" fontAlgn="base" latinLnBrk="1">
        <a:spcBef>
          <a:spcPct val="0"/>
        </a:spcBef>
        <a:spcAft>
          <a:spcPct val="0"/>
        </a:spcAft>
        <a:defRPr sz="4767">
          <a:solidFill>
            <a:schemeClr val="tx1"/>
          </a:solidFill>
          <a:latin typeface="맑은 고딕" pitchFamily="50" charset="-127"/>
          <a:ea typeface="맑은 고딕" pitchFamily="50" charset="-127"/>
        </a:defRPr>
      </a:lvl8pPr>
      <a:lvl9pPr marL="1981139" algn="ctr" rtl="0" fontAlgn="base" latinLnBrk="1">
        <a:spcBef>
          <a:spcPct val="0"/>
        </a:spcBef>
        <a:spcAft>
          <a:spcPct val="0"/>
        </a:spcAft>
        <a:defRPr sz="4767">
          <a:solidFill>
            <a:schemeClr val="tx1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371464" indent="-371464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467" kern="1200">
          <a:solidFill>
            <a:schemeClr val="tx1"/>
          </a:solidFill>
          <a:latin typeface="+mn-lt"/>
          <a:ea typeface="+mn-ea"/>
          <a:cs typeface="+mn-cs"/>
        </a:defRPr>
      </a:lvl1pPr>
      <a:lvl2pPr marL="804838" indent="-309553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3033" kern="1200">
          <a:solidFill>
            <a:schemeClr val="tx1"/>
          </a:solidFill>
          <a:latin typeface="+mn-lt"/>
          <a:ea typeface="+mn-ea"/>
          <a:cs typeface="+mn-cs"/>
        </a:defRPr>
      </a:lvl2pPr>
      <a:lvl3pPr marL="1238212" indent="-247642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1733497" indent="-247642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167" kern="1200">
          <a:solidFill>
            <a:schemeClr val="tx1"/>
          </a:solidFill>
          <a:latin typeface="+mn-lt"/>
          <a:ea typeface="+mn-ea"/>
          <a:cs typeface="+mn-cs"/>
        </a:defRPr>
      </a:lvl4pPr>
      <a:lvl5pPr marL="2228781" indent="-247642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167" kern="1200">
          <a:solidFill>
            <a:schemeClr val="tx1"/>
          </a:solidFill>
          <a:latin typeface="+mn-lt"/>
          <a:ea typeface="+mn-ea"/>
          <a:cs typeface="+mn-cs"/>
        </a:defRPr>
      </a:lvl5pPr>
      <a:lvl6pPr marL="2724066" indent="-247642" algn="l" defTabSz="990570" rtl="0" eaLnBrk="1" latinLnBrk="1" hangingPunct="1">
        <a:spcBef>
          <a:spcPct val="20000"/>
        </a:spcBef>
        <a:buFont typeface="Arial" panose="020B0604020202020204" pitchFamily="34" charset="0"/>
        <a:buChar char="•"/>
        <a:defRPr sz="2167" kern="1200">
          <a:solidFill>
            <a:schemeClr val="tx1"/>
          </a:solidFill>
          <a:latin typeface="+mn-lt"/>
          <a:ea typeface="+mn-ea"/>
          <a:cs typeface="+mn-cs"/>
        </a:defRPr>
      </a:lvl6pPr>
      <a:lvl7pPr marL="3219351" indent="-247642" algn="l" defTabSz="990570" rtl="0" eaLnBrk="1" latinLnBrk="1" hangingPunct="1">
        <a:spcBef>
          <a:spcPct val="20000"/>
        </a:spcBef>
        <a:buFont typeface="Arial" panose="020B0604020202020204" pitchFamily="34" charset="0"/>
        <a:buChar char="•"/>
        <a:defRPr sz="2167" kern="1200">
          <a:solidFill>
            <a:schemeClr val="tx1"/>
          </a:solidFill>
          <a:latin typeface="+mn-lt"/>
          <a:ea typeface="+mn-ea"/>
          <a:cs typeface="+mn-cs"/>
        </a:defRPr>
      </a:lvl7pPr>
      <a:lvl8pPr marL="3714636" indent="-247642" algn="l" defTabSz="990570" rtl="0" eaLnBrk="1" latinLnBrk="1" hangingPunct="1">
        <a:spcBef>
          <a:spcPct val="20000"/>
        </a:spcBef>
        <a:buFont typeface="Arial" panose="020B0604020202020204" pitchFamily="34" charset="0"/>
        <a:buChar char="•"/>
        <a:defRPr sz="2167" kern="1200">
          <a:solidFill>
            <a:schemeClr val="tx1"/>
          </a:solidFill>
          <a:latin typeface="+mn-lt"/>
          <a:ea typeface="+mn-ea"/>
          <a:cs typeface="+mn-cs"/>
        </a:defRPr>
      </a:lvl8pPr>
      <a:lvl9pPr marL="4209920" indent="-247642" algn="l" defTabSz="990570" rtl="0" eaLnBrk="1" latinLnBrk="1" hangingPunct="1">
        <a:spcBef>
          <a:spcPct val="20000"/>
        </a:spcBef>
        <a:buFont typeface="Arial" panose="020B0604020202020204" pitchFamily="34" charset="0"/>
        <a:buChar char="•"/>
        <a:defRPr sz="21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1pPr>
      <a:lvl2pPr marL="495285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2pPr>
      <a:lvl3pPr marL="990570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3pPr>
      <a:lvl4pPr marL="1485854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4pPr>
      <a:lvl5pPr marL="1981139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5pPr>
      <a:lvl6pPr marL="2476424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09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7pPr>
      <a:lvl8pPr marL="3466993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8pPr>
      <a:lvl9pPr marL="3962278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pos="171" userDrawn="1">
          <p15:clr>
            <a:srgbClr val="F26B43"/>
          </p15:clr>
        </p15:guide>
        <p15:guide id="2" pos="6069" userDrawn="1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0"/>
          <p:cNvSpPr>
            <a:spLocks noChangeArrowheads="1"/>
          </p:cNvSpPr>
          <p:nvPr userDrawn="1"/>
        </p:nvSpPr>
        <p:spPr bwMode="auto">
          <a:xfrm>
            <a:off x="3921125" y="6500814"/>
            <a:ext cx="2063750" cy="3127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latinLnBrk="1" hangingPunct="1">
              <a:defRPr/>
            </a:pPr>
            <a:fld id="{9F98C683-13CA-4AC8-834B-1B011E9BE95B}" type="slidenum">
              <a:rPr lang="en-US" altLang="ko-KR" sz="1300" b="1" smtClean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-윤고딕130" pitchFamily="18" charset="-127"/>
              </a:rPr>
              <a:pPr algn="ctr" eaLnBrk="1" latinLnBrk="1" hangingPunct="1">
                <a:defRPr/>
              </a:pPr>
              <a:t>‹#›</a:t>
            </a:fld>
            <a:r>
              <a:rPr lang="en-US" altLang="ko-KR" sz="1300" b="1" dirty="0" smtClean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-윤고딕130" pitchFamily="18" charset="-127"/>
              </a:rPr>
              <a:t> / </a:t>
            </a:r>
            <a:r>
              <a:rPr lang="en-US" altLang="ko-KR" sz="1300" b="1" dirty="0" smtClean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-윤고딕130" pitchFamily="18" charset="-127"/>
              </a:rPr>
              <a:t>6</a:t>
            </a:r>
            <a:endParaRPr lang="en-US" altLang="ko-KR" sz="1300" b="1" dirty="0" smtClean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-윤고딕130" pitchFamily="18" charset="-127"/>
            </a:endParaRPr>
          </a:p>
        </p:txBody>
      </p:sp>
      <p:cxnSp>
        <p:nvCxnSpPr>
          <p:cNvPr id="9" name="직선 연결선 8"/>
          <p:cNvCxnSpPr/>
          <p:nvPr userDrawn="1"/>
        </p:nvCxnSpPr>
        <p:spPr>
          <a:xfrm>
            <a:off x="271728" y="1"/>
            <a:ext cx="6744" cy="765175"/>
          </a:xfrm>
          <a:prstGeom prst="line">
            <a:avLst/>
          </a:prstGeom>
          <a:ln>
            <a:solidFill>
              <a:srgbClr val="C808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/>
          <p:cNvSpPr/>
          <p:nvPr userDrawn="1"/>
        </p:nvSpPr>
        <p:spPr>
          <a:xfrm>
            <a:off x="271728" y="-1"/>
            <a:ext cx="514082" cy="263811"/>
          </a:xfrm>
          <a:prstGeom prst="rect">
            <a:avLst/>
          </a:prstGeom>
          <a:solidFill>
            <a:srgbClr val="C80850"/>
          </a:solidFill>
          <a:ln w="6350">
            <a:solidFill>
              <a:srgbClr val="C808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cxnSp>
        <p:nvCxnSpPr>
          <p:cNvPr id="13" name="직선 연결선 12"/>
          <p:cNvCxnSpPr/>
          <p:nvPr userDrawn="1"/>
        </p:nvCxnSpPr>
        <p:spPr>
          <a:xfrm>
            <a:off x="273000" y="6453336"/>
            <a:ext cx="936000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그림 11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54571" y="6594180"/>
            <a:ext cx="866666" cy="126000"/>
          </a:xfrm>
          <a:prstGeom prst="rect">
            <a:avLst/>
          </a:prstGeom>
        </p:spPr>
      </p:pic>
      <p:sp>
        <p:nvSpPr>
          <p:cNvPr id="14" name="TextBox 13"/>
          <p:cNvSpPr txBox="1"/>
          <p:nvPr userDrawn="1"/>
        </p:nvSpPr>
        <p:spPr>
          <a:xfrm>
            <a:off x="148728" y="6518681"/>
            <a:ext cx="2363147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1300" b="1" dirty="0" smtClean="0">
                <a:solidFill>
                  <a:srgbClr val="6A737B"/>
                </a:solidFill>
                <a:latin typeface="+mn-ea"/>
                <a:ea typeface="+mn-ea"/>
              </a:rPr>
              <a:t>성과중심의 일하는 방식 정착</a:t>
            </a:r>
            <a:endParaRPr lang="ko-KR" altLang="en-US" sz="1300" b="1" dirty="0">
              <a:solidFill>
                <a:srgbClr val="6A737B"/>
              </a:soli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8668062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126" r:id="rId1"/>
    <p:sldLayoutId id="2147485127" r:id="rId2"/>
    <p:sldLayoutId id="2147485128" r:id="rId3"/>
  </p:sldLayoutIdLst>
  <p:timing>
    <p:tnLst>
      <p:par>
        <p:cTn id="1" dur="indefinite" restart="never" nodeType="tmRoot"/>
      </p:par>
    </p:tnLst>
  </p:timing>
  <p:hf hdr="0" ftr="0" dt="0"/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4767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4767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4767">
          <a:solidFill>
            <a:schemeClr val="tx1"/>
          </a:solidFill>
          <a:latin typeface="맑은 고딕" pitchFamily="50" charset="-127"/>
          <a:ea typeface="맑은 고딕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4767">
          <a:solidFill>
            <a:schemeClr val="tx1"/>
          </a:solidFill>
          <a:latin typeface="맑은 고딕" pitchFamily="50" charset="-127"/>
          <a:ea typeface="맑은 고딕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4767">
          <a:solidFill>
            <a:schemeClr val="tx1"/>
          </a:solidFill>
          <a:latin typeface="맑은 고딕" pitchFamily="50" charset="-127"/>
          <a:ea typeface="맑은 고딕" pitchFamily="50" charset="-127"/>
        </a:defRPr>
      </a:lvl5pPr>
      <a:lvl6pPr marL="495285" algn="ctr" rtl="0" fontAlgn="base" latinLnBrk="1">
        <a:spcBef>
          <a:spcPct val="0"/>
        </a:spcBef>
        <a:spcAft>
          <a:spcPct val="0"/>
        </a:spcAft>
        <a:defRPr sz="4767">
          <a:solidFill>
            <a:schemeClr val="tx1"/>
          </a:solidFill>
          <a:latin typeface="맑은 고딕" pitchFamily="50" charset="-127"/>
          <a:ea typeface="맑은 고딕" pitchFamily="50" charset="-127"/>
        </a:defRPr>
      </a:lvl6pPr>
      <a:lvl7pPr marL="990570" algn="ctr" rtl="0" fontAlgn="base" latinLnBrk="1">
        <a:spcBef>
          <a:spcPct val="0"/>
        </a:spcBef>
        <a:spcAft>
          <a:spcPct val="0"/>
        </a:spcAft>
        <a:defRPr sz="4767">
          <a:solidFill>
            <a:schemeClr val="tx1"/>
          </a:solidFill>
          <a:latin typeface="맑은 고딕" pitchFamily="50" charset="-127"/>
          <a:ea typeface="맑은 고딕" pitchFamily="50" charset="-127"/>
        </a:defRPr>
      </a:lvl7pPr>
      <a:lvl8pPr marL="1485854" algn="ctr" rtl="0" fontAlgn="base" latinLnBrk="1">
        <a:spcBef>
          <a:spcPct val="0"/>
        </a:spcBef>
        <a:spcAft>
          <a:spcPct val="0"/>
        </a:spcAft>
        <a:defRPr sz="4767">
          <a:solidFill>
            <a:schemeClr val="tx1"/>
          </a:solidFill>
          <a:latin typeface="맑은 고딕" pitchFamily="50" charset="-127"/>
          <a:ea typeface="맑은 고딕" pitchFamily="50" charset="-127"/>
        </a:defRPr>
      </a:lvl8pPr>
      <a:lvl9pPr marL="1981139" algn="ctr" rtl="0" fontAlgn="base" latinLnBrk="1">
        <a:spcBef>
          <a:spcPct val="0"/>
        </a:spcBef>
        <a:spcAft>
          <a:spcPct val="0"/>
        </a:spcAft>
        <a:defRPr sz="4767">
          <a:solidFill>
            <a:schemeClr val="tx1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371464" indent="-371464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467" kern="1200">
          <a:solidFill>
            <a:schemeClr val="tx1"/>
          </a:solidFill>
          <a:latin typeface="+mn-lt"/>
          <a:ea typeface="+mn-ea"/>
          <a:cs typeface="+mn-cs"/>
        </a:defRPr>
      </a:lvl1pPr>
      <a:lvl2pPr marL="804838" indent="-309553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3033" kern="1200">
          <a:solidFill>
            <a:schemeClr val="tx1"/>
          </a:solidFill>
          <a:latin typeface="+mn-lt"/>
          <a:ea typeface="+mn-ea"/>
          <a:cs typeface="+mn-cs"/>
        </a:defRPr>
      </a:lvl2pPr>
      <a:lvl3pPr marL="1238212" indent="-247642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1733497" indent="-247642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167" kern="1200">
          <a:solidFill>
            <a:schemeClr val="tx1"/>
          </a:solidFill>
          <a:latin typeface="+mn-lt"/>
          <a:ea typeface="+mn-ea"/>
          <a:cs typeface="+mn-cs"/>
        </a:defRPr>
      </a:lvl4pPr>
      <a:lvl5pPr marL="2228781" indent="-247642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167" kern="1200">
          <a:solidFill>
            <a:schemeClr val="tx1"/>
          </a:solidFill>
          <a:latin typeface="+mn-lt"/>
          <a:ea typeface="+mn-ea"/>
          <a:cs typeface="+mn-cs"/>
        </a:defRPr>
      </a:lvl5pPr>
      <a:lvl6pPr marL="2724066" indent="-247642" algn="l" defTabSz="990570" rtl="0" eaLnBrk="1" latinLnBrk="1" hangingPunct="1">
        <a:spcBef>
          <a:spcPct val="20000"/>
        </a:spcBef>
        <a:buFont typeface="Arial" panose="020B0604020202020204" pitchFamily="34" charset="0"/>
        <a:buChar char="•"/>
        <a:defRPr sz="2167" kern="1200">
          <a:solidFill>
            <a:schemeClr val="tx1"/>
          </a:solidFill>
          <a:latin typeface="+mn-lt"/>
          <a:ea typeface="+mn-ea"/>
          <a:cs typeface="+mn-cs"/>
        </a:defRPr>
      </a:lvl6pPr>
      <a:lvl7pPr marL="3219351" indent="-247642" algn="l" defTabSz="990570" rtl="0" eaLnBrk="1" latinLnBrk="1" hangingPunct="1">
        <a:spcBef>
          <a:spcPct val="20000"/>
        </a:spcBef>
        <a:buFont typeface="Arial" panose="020B0604020202020204" pitchFamily="34" charset="0"/>
        <a:buChar char="•"/>
        <a:defRPr sz="2167" kern="1200">
          <a:solidFill>
            <a:schemeClr val="tx1"/>
          </a:solidFill>
          <a:latin typeface="+mn-lt"/>
          <a:ea typeface="+mn-ea"/>
          <a:cs typeface="+mn-cs"/>
        </a:defRPr>
      </a:lvl7pPr>
      <a:lvl8pPr marL="3714636" indent="-247642" algn="l" defTabSz="990570" rtl="0" eaLnBrk="1" latinLnBrk="1" hangingPunct="1">
        <a:spcBef>
          <a:spcPct val="20000"/>
        </a:spcBef>
        <a:buFont typeface="Arial" panose="020B0604020202020204" pitchFamily="34" charset="0"/>
        <a:buChar char="•"/>
        <a:defRPr sz="2167" kern="1200">
          <a:solidFill>
            <a:schemeClr val="tx1"/>
          </a:solidFill>
          <a:latin typeface="+mn-lt"/>
          <a:ea typeface="+mn-ea"/>
          <a:cs typeface="+mn-cs"/>
        </a:defRPr>
      </a:lvl8pPr>
      <a:lvl9pPr marL="4209920" indent="-247642" algn="l" defTabSz="990570" rtl="0" eaLnBrk="1" latinLnBrk="1" hangingPunct="1">
        <a:spcBef>
          <a:spcPct val="20000"/>
        </a:spcBef>
        <a:buFont typeface="Arial" panose="020B0604020202020204" pitchFamily="34" charset="0"/>
        <a:buChar char="•"/>
        <a:defRPr sz="21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1pPr>
      <a:lvl2pPr marL="495285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2pPr>
      <a:lvl3pPr marL="990570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3pPr>
      <a:lvl4pPr marL="1485854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4pPr>
      <a:lvl5pPr marL="1981139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5pPr>
      <a:lvl6pPr marL="2476424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09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7pPr>
      <a:lvl8pPr marL="3466993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8pPr>
      <a:lvl9pPr marL="3962278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pos="171" userDrawn="1">
          <p15:clr>
            <a:srgbClr val="F26B43"/>
          </p15:clr>
        </p15:guide>
        <p15:guide id="2" pos="606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15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813579" y="2492895"/>
            <a:ext cx="4290000" cy="2009427"/>
          </a:xfrm>
          <a:prstGeom prst="rect">
            <a:avLst/>
          </a:prstGeom>
          <a:solidFill>
            <a:schemeClr val="bg1"/>
          </a:solidFill>
          <a:ln w="6350">
            <a:solidFill>
              <a:srgbClr val="C808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b="1"/>
          </a:p>
        </p:txBody>
      </p:sp>
      <p:sp>
        <p:nvSpPr>
          <p:cNvPr id="6146" name="텍스트 개체 틀 4"/>
          <p:cNvSpPr>
            <a:spLocks noGrp="1"/>
          </p:cNvSpPr>
          <p:nvPr>
            <p:ph type="body" sz="quarter" idx="10"/>
          </p:nvPr>
        </p:nvSpPr>
        <p:spPr bwMode="auto">
          <a:xfrm>
            <a:off x="1712640" y="1058655"/>
            <a:ext cx="6408712" cy="858177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9060" tIns="49530" rIns="99060" bIns="49530" numCol="1" anchor="t" anchorCtr="0" compatLnSpc="1">
            <a:prstTxWarp prst="textNoShape">
              <a:avLst/>
            </a:prstTxWarp>
          </a:bodyPr>
          <a:lstStyle/>
          <a:p>
            <a:pPr algn="ctr" eaLnBrk="1" hangingPunct="1">
              <a:defRPr/>
            </a:pPr>
            <a:r>
              <a:rPr lang="en-US" altLang="ko-KR" sz="3900" dirty="0"/>
              <a:t>ESL</a:t>
            </a:r>
            <a:r>
              <a:rPr lang="ko-KR" altLang="en-US" sz="3900" dirty="0"/>
              <a:t>을 </a:t>
            </a:r>
            <a:r>
              <a:rPr lang="ko-KR" altLang="en-US" sz="3900"/>
              <a:t>이용한 </a:t>
            </a:r>
            <a:r>
              <a:rPr lang="ko-KR" altLang="en-US" sz="3900" smtClean="0"/>
              <a:t>스마트오피스</a:t>
            </a:r>
            <a:r>
              <a:rPr lang="en-US" altLang="ko-KR" sz="3900" dirty="0" smtClean="0"/>
              <a:t>(</a:t>
            </a:r>
            <a:r>
              <a:rPr lang="en-US" altLang="ko-KR" sz="3900" dirty="0"/>
              <a:t>Web, Mobile)</a:t>
            </a:r>
            <a:endParaRPr lang="en-US" altLang="ko-KR" sz="39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6" name="텍스트 개체 틀 5"/>
          <p:cNvSpPr>
            <a:spLocks noGrp="1"/>
          </p:cNvSpPr>
          <p:nvPr>
            <p:ph type="body" sz="quarter" idx="13"/>
          </p:nvPr>
        </p:nvSpPr>
        <p:spPr>
          <a:xfrm>
            <a:off x="3080819" y="4901250"/>
            <a:ext cx="3744362" cy="400712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ko-KR" dirty="0" smtClean="0"/>
              <a:t>2021. 08. 25</a:t>
            </a:r>
          </a:p>
        </p:txBody>
      </p:sp>
      <p:sp>
        <p:nvSpPr>
          <p:cNvPr id="10" name="텍스트 개체 틀 3"/>
          <p:cNvSpPr txBox="1">
            <a:spLocks/>
          </p:cNvSpPr>
          <p:nvPr/>
        </p:nvSpPr>
        <p:spPr>
          <a:xfrm>
            <a:off x="3013075" y="2852936"/>
            <a:ext cx="3879850" cy="1243370"/>
          </a:xfrm>
          <a:prstGeom prst="rect">
            <a:avLst/>
          </a:prstGeom>
        </p:spPr>
        <p:txBody>
          <a:bodyPr/>
          <a:lstStyle>
            <a:lvl1pPr marL="180975" indent="-180975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+mj-lt"/>
              <a:buAutoNum type="romanUcPeriod"/>
              <a:defRPr kumimoji="1" sz="1200" b="1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361950" indent="-276225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+mj-lt"/>
              <a:buAutoNum type="romanUcPeriod"/>
              <a:defRPr kumimoji="1" lang="ko-KR" altLang="en-US" sz="14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542925" indent="-276225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+mj-lt"/>
              <a:buAutoNum type="arabicPeriod"/>
              <a:defRPr kumimoji="1" sz="1200" b="1" i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714375" indent="-171450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tx1">
                  <a:lumMod val="65000"/>
                  <a:lumOff val="35000"/>
                </a:schemeClr>
              </a:buClr>
              <a:buFont typeface="Arial" panose="020B0604020202020204" pitchFamily="34" charset="0"/>
              <a:buChar char="•"/>
              <a:defRPr kumimoji="1" sz="120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228850" indent="-40005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+mj-lt"/>
              <a:buAutoNum type="romanUcPeriod"/>
              <a:defRPr kumimoji="1" sz="1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lvl="1">
              <a:lnSpc>
                <a:spcPct val="150000"/>
              </a:lnSpc>
              <a:defRPr/>
            </a:pPr>
            <a:r>
              <a:rPr lang="ko-KR" altLang="en-US" sz="1733" kern="0" dirty="0"/>
              <a:t>과제 개요</a:t>
            </a:r>
            <a:endParaRPr lang="en-US" altLang="ko-KR" sz="1733" kern="0" dirty="0"/>
          </a:p>
          <a:p>
            <a:pPr lvl="1">
              <a:lnSpc>
                <a:spcPct val="150000"/>
              </a:lnSpc>
              <a:defRPr/>
            </a:pPr>
            <a:r>
              <a:rPr lang="ko-KR" altLang="en-US" sz="1733" kern="0" dirty="0"/>
              <a:t>개발 </a:t>
            </a:r>
            <a:r>
              <a:rPr lang="en-US" altLang="ko-KR" sz="1733" kern="0" dirty="0"/>
              <a:t>SCOPE &amp; </a:t>
            </a:r>
            <a:r>
              <a:rPr lang="ko-KR" altLang="en-US" sz="1733" kern="0" smtClean="0"/>
              <a:t>산출물</a:t>
            </a:r>
            <a:endParaRPr lang="en-US" altLang="ko-KR" sz="1733" kern="0" dirty="0" smtClean="0"/>
          </a:p>
          <a:p>
            <a:pPr lvl="1">
              <a:lnSpc>
                <a:spcPct val="150000"/>
              </a:lnSpc>
              <a:defRPr/>
            </a:pPr>
            <a:r>
              <a:rPr lang="en-US" sz="1733" kern="0" dirty="0"/>
              <a:t> </a:t>
            </a:r>
            <a:r>
              <a:rPr lang="ko-KR" altLang="en-US" sz="1733" kern="0" smtClean="0"/>
              <a:t>기능 흐름도</a:t>
            </a:r>
            <a:endParaRPr sz="1733" kern="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557195" indent="-557195">
              <a:buFont typeface="+mj-lt"/>
              <a:buAutoNum type="romanUcPeriod"/>
            </a:pPr>
            <a:r>
              <a:rPr lang="ko-KR" altLang="en-US" dirty="0" smtClean="0"/>
              <a:t>과제 개요</a:t>
            </a:r>
            <a:endParaRPr lang="ko-KR" altLang="en-US" dirty="0"/>
          </a:p>
        </p:txBody>
      </p:sp>
      <p:sp>
        <p:nvSpPr>
          <p:cNvPr id="7" name="Text Box 9"/>
          <p:cNvSpPr txBox="1">
            <a:spLocks noChangeArrowheads="1"/>
          </p:cNvSpPr>
          <p:nvPr/>
        </p:nvSpPr>
        <p:spPr bwMode="auto">
          <a:xfrm>
            <a:off x="463332" y="1576349"/>
            <a:ext cx="4645563" cy="1831271"/>
          </a:xfrm>
          <a:prstGeom prst="rect">
            <a:avLst/>
          </a:prstGeom>
          <a:noFill/>
        </p:spPr>
        <p:txBody>
          <a:bodyPr wrap="square" lIns="36000" tIns="0" rIns="36000" bIns="0" rtlCol="0">
            <a:spAutoFit/>
            <a:scene3d>
              <a:camera prst="orthographicFront"/>
              <a:lightRig rig="threePt" dir="t"/>
            </a:scene3d>
            <a:sp3d extrusionH="6350"/>
          </a:bodyPr>
          <a:lstStyle>
            <a:defPPr>
              <a:defRPr lang="ko-KR"/>
            </a:defPPr>
            <a:lvl1pPr algn="ctr" latinLnBrk="0">
              <a:spcBef>
                <a:spcPct val="0"/>
              </a:spcBef>
              <a:buClr>
                <a:srgbClr val="0085CD"/>
              </a:buClr>
              <a:buSzPct val="120000"/>
              <a:defRPr sz="1400">
                <a:solidFill>
                  <a:srgbClr val="545045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Arial" charset="0"/>
              </a:defRPr>
            </a:lvl1pPr>
          </a:lstStyle>
          <a:p>
            <a:pPr algn="l">
              <a:lnSpc>
                <a:spcPct val="150000"/>
              </a:lnSpc>
            </a:pPr>
            <a:r>
              <a:rPr lang="en-US" altLang="ko-KR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ESL</a:t>
            </a:r>
            <a:r>
              <a:rPr lang="en-US" altLang="ko-KR" sz="11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(Electronic Shelf Label)</a:t>
            </a:r>
            <a:r>
              <a:rPr lang="ko-KR" altLang="en-US" b="1">
                <a:latin typeface="맑은 고딕" panose="020B0503020000020004" pitchFamily="50" charset="-127"/>
                <a:ea typeface="맑은 고딕" panose="020B0503020000020004" pitchFamily="50" charset="-127"/>
              </a:rPr>
              <a:t>은 일명 전자가격표시기로 ​</a:t>
            </a:r>
            <a:r>
              <a:rPr lang="ko-KR" altLang="en-US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종이에 상품의 명칭</a:t>
            </a:r>
            <a:r>
              <a:rPr lang="en-US" altLang="ko-KR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b="1">
                <a:latin typeface="맑은 고딕" panose="020B0503020000020004" pitchFamily="50" charset="-127"/>
                <a:ea typeface="맑은 고딕" panose="020B0503020000020004" pitchFamily="50" charset="-127"/>
              </a:rPr>
              <a:t>가격</a:t>
            </a:r>
            <a:r>
              <a:rPr lang="en-US" altLang="ko-KR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b="1">
                <a:latin typeface="맑은 고딕" panose="020B0503020000020004" pitchFamily="50" charset="-127"/>
                <a:ea typeface="맑은 고딕" panose="020B0503020000020004" pitchFamily="50" charset="-127"/>
              </a:rPr>
              <a:t>로고 등을 표기하였던 기존 방식 대신 저전력 무선통신기술</a:t>
            </a:r>
            <a:r>
              <a:rPr lang="en-US" altLang="ko-KR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b="1">
                <a:latin typeface="맑은 고딕" panose="020B0503020000020004" pitchFamily="50" charset="-127"/>
                <a:ea typeface="맑은 고딕" panose="020B0503020000020004" pitchFamily="50" charset="-127"/>
              </a:rPr>
              <a:t>전자 디스플레이 기술을 활용하여 디지털로 표시하는 장치를 뜻합니다</a:t>
            </a:r>
            <a:r>
              <a:rPr lang="en-US" altLang="ko-KR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</a:p>
          <a:p>
            <a:pPr algn="l"/>
            <a:endParaRPr lang="en-US" altLang="ko-KR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l">
              <a:lnSpc>
                <a:spcPct val="150000"/>
              </a:lnSpc>
            </a:pPr>
            <a:r>
              <a:rPr lang="ko-KR" altLang="en-US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활용 분야</a:t>
            </a:r>
            <a:r>
              <a:rPr lang="en-US" altLang="ko-KR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</a:t>
            </a:r>
          </a:p>
        </p:txBody>
      </p:sp>
      <p:sp>
        <p:nvSpPr>
          <p:cNvPr id="9" name="Text Box 9">
            <a:extLst>
              <a:ext uri="{FF2B5EF4-FFF2-40B4-BE49-F238E27FC236}">
                <a16:creationId xmlns:a16="http://schemas.microsoft.com/office/drawing/2014/main" xmlns="" id="{23BB7CBF-35C0-4CED-B0DD-6D32958709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1" y="5229425"/>
            <a:ext cx="7708459" cy="923330"/>
          </a:xfrm>
          <a:prstGeom prst="rect">
            <a:avLst/>
          </a:prstGeom>
          <a:noFill/>
        </p:spPr>
        <p:txBody>
          <a:bodyPr wrap="square" lIns="36000" tIns="0" rIns="36000" bIns="0" rtlCol="0">
            <a:spAutoFit/>
            <a:scene3d>
              <a:camera prst="orthographicFront"/>
              <a:lightRig rig="threePt" dir="t"/>
            </a:scene3d>
            <a:sp3d extrusionH="6350"/>
          </a:bodyPr>
          <a:lstStyle>
            <a:defPPr>
              <a:defRPr lang="ko-KR"/>
            </a:defPPr>
            <a:lvl1pPr algn="ctr" latinLnBrk="0">
              <a:spcBef>
                <a:spcPct val="0"/>
              </a:spcBef>
              <a:buClr>
                <a:srgbClr val="0085CD"/>
              </a:buClr>
              <a:buSzPct val="120000"/>
              <a:defRPr sz="1400">
                <a:solidFill>
                  <a:srgbClr val="545045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Arial" charset="0"/>
              </a:defRPr>
            </a:lvl1pPr>
          </a:lstStyle>
          <a:p>
            <a:pPr algn="l"/>
            <a:r>
              <a:rPr lang="ko-KR" altLang="en-US" sz="2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과제</a:t>
            </a:r>
            <a:r>
              <a:rPr lang="en-US" altLang="ko-KR" sz="2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2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내용 </a:t>
            </a:r>
            <a:r>
              <a:rPr lang="en-US" altLang="ko-KR" sz="2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– </a:t>
            </a:r>
            <a:r>
              <a:rPr lang="ko-KR" altLang="en-US" sz="2000" b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스마트오피스 </a:t>
            </a:r>
            <a:r>
              <a:rPr lang="ko-KR" altLang="en-US" sz="2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시스템</a:t>
            </a:r>
            <a:endParaRPr lang="en-US" altLang="ko-KR" sz="20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l"/>
            <a:r>
              <a:rPr lang="en-US" altLang="ko-KR" sz="2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               (Web, Mobile App)</a:t>
            </a:r>
            <a:br>
              <a:rPr lang="en-US" altLang="ko-KR" sz="2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</a:br>
            <a:endParaRPr lang="en-US" altLang="ko-KR" sz="20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xmlns="" id="{B70C55FC-73EB-47CB-96DC-9421685518F1}"/>
              </a:ext>
            </a:extLst>
          </p:cNvPr>
          <p:cNvSpPr/>
          <p:nvPr/>
        </p:nvSpPr>
        <p:spPr>
          <a:xfrm>
            <a:off x="304801" y="1320799"/>
            <a:ext cx="9301018" cy="337127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" name="Text Box 9">
            <a:extLst>
              <a:ext uri="{FF2B5EF4-FFF2-40B4-BE49-F238E27FC236}">
                <a16:creationId xmlns:a16="http://schemas.microsoft.com/office/drawing/2014/main" xmlns="" id="{8C428CF5-8566-4428-B241-CC193CDBE7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1" y="804066"/>
            <a:ext cx="4415709" cy="307777"/>
          </a:xfrm>
          <a:prstGeom prst="rect">
            <a:avLst/>
          </a:prstGeom>
          <a:noFill/>
        </p:spPr>
        <p:txBody>
          <a:bodyPr wrap="square" lIns="36000" tIns="0" rIns="36000" bIns="0" rtlCol="0">
            <a:spAutoFit/>
            <a:scene3d>
              <a:camera prst="orthographicFront"/>
              <a:lightRig rig="threePt" dir="t"/>
            </a:scene3d>
            <a:sp3d extrusionH="6350"/>
          </a:bodyPr>
          <a:lstStyle>
            <a:defPPr>
              <a:defRPr lang="ko-KR"/>
            </a:defPPr>
            <a:lvl1pPr algn="ctr" latinLnBrk="0">
              <a:spcBef>
                <a:spcPct val="0"/>
              </a:spcBef>
              <a:buClr>
                <a:srgbClr val="0085CD"/>
              </a:buClr>
              <a:buSzPct val="120000"/>
              <a:defRPr sz="1400">
                <a:solidFill>
                  <a:srgbClr val="545045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Arial" charset="0"/>
              </a:defRPr>
            </a:lvl1pPr>
          </a:lstStyle>
          <a:p>
            <a:pPr algn="l"/>
            <a:r>
              <a:rPr lang="en-US" altLang="ko-KR" sz="2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ESL</a:t>
            </a:r>
            <a:r>
              <a:rPr lang="en-US" altLang="ko-KR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b="1" dirty="0"/>
              <a:t>Electronic Shelf Label</a:t>
            </a:r>
            <a:r>
              <a:rPr lang="en-US" altLang="ko-KR" b="1" dirty="0"/>
              <a:t>)</a:t>
            </a:r>
            <a:r>
              <a:rPr lang="ko-KR" altLang="en-US" sz="2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소개</a:t>
            </a:r>
            <a:endParaRPr lang="en-US" altLang="ko-KR" sz="20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12" name="그림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8427" y="3476062"/>
            <a:ext cx="3417859" cy="1119643"/>
          </a:xfrm>
          <a:prstGeom prst="rect">
            <a:avLst/>
          </a:prstGeom>
        </p:spPr>
      </p:pic>
      <p:pic>
        <p:nvPicPr>
          <p:cNvPr id="13" name="그림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73522" y="1446752"/>
            <a:ext cx="3967670" cy="2029310"/>
          </a:xfrm>
          <a:prstGeom prst="rect">
            <a:avLst/>
          </a:prstGeom>
        </p:spPr>
      </p:pic>
      <p:sp>
        <p:nvSpPr>
          <p:cNvPr id="14" name="직사각형 13"/>
          <p:cNvSpPr/>
          <p:nvPr/>
        </p:nvSpPr>
        <p:spPr>
          <a:xfrm>
            <a:off x="4880855" y="5030626"/>
            <a:ext cx="4953000" cy="78483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전자가격표시기 </a:t>
            </a:r>
            <a:r>
              <a:rPr lang="en-US" altLang="ko-KR" sz="1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ESL(Electronic Shelf Label)</a:t>
            </a:r>
            <a:r>
              <a:rPr lang="ko-KR" altLang="en-US" sz="1000" b="1">
                <a:latin typeface="맑은 고딕" panose="020B0503020000020004" pitchFamily="50" charset="-127"/>
                <a:ea typeface="맑은 고딕" panose="020B0503020000020004" pitchFamily="50" charset="-127"/>
              </a:rPr>
              <a:t>을 </a:t>
            </a:r>
            <a:r>
              <a:rPr lang="ko-KR" altLang="en-US" sz="1000" b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스마트오피스로 </a:t>
            </a:r>
            <a:r>
              <a:rPr lang="ko-KR" altLang="en-US" sz="1000" b="1">
                <a:latin typeface="맑은 고딕" panose="020B0503020000020004" pitchFamily="50" charset="-127"/>
                <a:ea typeface="맑은 고딕" panose="020B0503020000020004" pitchFamily="50" charset="-127"/>
              </a:rPr>
              <a:t>활용할 경우 </a:t>
            </a:r>
            <a:r>
              <a:rPr lang="ko-KR" altLang="en-US" sz="1000" b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사용자 좌석에 </a:t>
            </a:r>
            <a:r>
              <a:rPr lang="ko-KR" altLang="en-US" sz="1000" b="1">
                <a:latin typeface="맑은 고딕" panose="020B0503020000020004" pitchFamily="50" charset="-127"/>
                <a:ea typeface="맑은 고딕" panose="020B0503020000020004" pitchFamily="50" charset="-127"/>
              </a:rPr>
              <a:t>대한 조회</a:t>
            </a:r>
            <a:r>
              <a:rPr lang="en-US" altLang="ko-KR" sz="1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1000" b="1">
                <a:latin typeface="맑은 고딕" panose="020B0503020000020004" pitchFamily="50" charset="-127"/>
                <a:ea typeface="맑은 고딕" panose="020B0503020000020004" pitchFamily="50" charset="-127"/>
              </a:rPr>
              <a:t>예약</a:t>
            </a:r>
            <a:r>
              <a:rPr lang="en-US" altLang="ko-KR" sz="10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1000" b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안내 </a:t>
            </a:r>
            <a:r>
              <a:rPr lang="ko-KR" altLang="en-US" sz="1000" b="1">
                <a:latin typeface="맑은 고딕" panose="020B0503020000020004" pitchFamily="50" charset="-127"/>
                <a:ea typeface="맑은 고딕" panose="020B0503020000020004" pitchFamily="50" charset="-127"/>
              </a:rPr>
              <a:t>등을 등록과 함께 바로 연동되기 때문에 </a:t>
            </a:r>
            <a:r>
              <a:rPr lang="ko-KR" altLang="en-US" sz="1000" b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사용자에게 </a:t>
            </a:r>
            <a:r>
              <a:rPr lang="ko-KR" altLang="en-US" sz="1000" b="1">
                <a:latin typeface="맑은 고딕" panose="020B0503020000020004" pitchFamily="50" charset="-127"/>
                <a:ea typeface="맑은 고딕" panose="020B0503020000020004" pitchFamily="50" charset="-127"/>
              </a:rPr>
              <a:t>정확한 정보 제공과 </a:t>
            </a:r>
            <a:r>
              <a:rPr lang="ko-KR" altLang="en-US" sz="1000" b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사무실 좌석 배정에 대한 시간 </a:t>
            </a:r>
            <a:r>
              <a:rPr lang="ko-KR" altLang="en-US" sz="1000" b="1">
                <a:latin typeface="맑은 고딕" panose="020B0503020000020004" pitchFamily="50" charset="-127"/>
                <a:ea typeface="맑은 고딕" panose="020B0503020000020004" pitchFamily="50" charset="-127"/>
              </a:rPr>
              <a:t>절감 효과 기대</a:t>
            </a:r>
            <a:endParaRPr lang="en-US" altLang="ko-KR" sz="10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15" name="그룹 14"/>
          <p:cNvGrpSpPr/>
          <p:nvPr/>
        </p:nvGrpSpPr>
        <p:grpSpPr>
          <a:xfrm>
            <a:off x="463331" y="3813578"/>
            <a:ext cx="4305815" cy="813128"/>
            <a:chOff x="463331" y="3813572"/>
            <a:chExt cx="4305814" cy="813127"/>
          </a:xfrm>
        </p:grpSpPr>
        <p:pic>
          <p:nvPicPr>
            <p:cNvPr id="16" name="그림 15"/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489" t="10793" r="87771" b="28197"/>
            <a:stretch/>
          </p:blipFill>
          <p:spPr>
            <a:xfrm>
              <a:off x="463331" y="3813573"/>
              <a:ext cx="478173" cy="444617"/>
            </a:xfrm>
            <a:prstGeom prst="rect">
              <a:avLst/>
            </a:prstGeom>
          </p:spPr>
        </p:pic>
        <p:pic>
          <p:nvPicPr>
            <p:cNvPr id="17" name="그림 16"/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4161" t="5624" r="2649" b="18400"/>
            <a:stretch/>
          </p:blipFill>
          <p:spPr>
            <a:xfrm>
              <a:off x="2866487" y="3813572"/>
              <a:ext cx="479583" cy="452178"/>
            </a:xfrm>
            <a:prstGeom prst="rect">
              <a:avLst/>
            </a:prstGeom>
          </p:spPr>
        </p:pic>
        <p:pic>
          <p:nvPicPr>
            <p:cNvPr id="18" name="그림 17"/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4867" t="9642" r="74393" b="29348"/>
            <a:stretch/>
          </p:blipFill>
          <p:spPr>
            <a:xfrm>
              <a:off x="1253870" y="3813572"/>
              <a:ext cx="478173" cy="444617"/>
            </a:xfrm>
            <a:prstGeom prst="rect">
              <a:avLst/>
            </a:prstGeom>
          </p:spPr>
        </p:pic>
        <p:pic>
          <p:nvPicPr>
            <p:cNvPr id="19" name="그림 18"/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7490" t="6189" r="59175" b="23005"/>
            <a:stretch/>
          </p:blipFill>
          <p:spPr>
            <a:xfrm>
              <a:off x="2044409" y="3813572"/>
              <a:ext cx="509712" cy="443022"/>
            </a:xfrm>
            <a:prstGeom prst="rect">
              <a:avLst/>
            </a:prstGeom>
          </p:spPr>
        </p:pic>
        <p:pic>
          <p:nvPicPr>
            <p:cNvPr id="20" name="그림 19"/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0828" t="14246" r="18432" b="24744"/>
            <a:stretch/>
          </p:blipFill>
          <p:spPr>
            <a:xfrm>
              <a:off x="3658436" y="3813572"/>
              <a:ext cx="478173" cy="444617"/>
            </a:xfrm>
            <a:prstGeom prst="rect">
              <a:avLst/>
            </a:prstGeom>
          </p:spPr>
        </p:pic>
        <p:pic>
          <p:nvPicPr>
            <p:cNvPr id="21" name="그림 20"/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6508" t="7339" r="36020" b="18827"/>
            <a:stretch/>
          </p:blipFill>
          <p:spPr>
            <a:xfrm>
              <a:off x="4448973" y="3813572"/>
              <a:ext cx="271536" cy="439178"/>
            </a:xfrm>
            <a:prstGeom prst="rect">
              <a:avLst/>
            </a:prstGeom>
          </p:spPr>
        </p:pic>
        <p:sp>
          <p:nvSpPr>
            <p:cNvPr id="22" name="직사각형 21"/>
            <p:cNvSpPr/>
            <p:nvPr/>
          </p:nvSpPr>
          <p:spPr>
            <a:xfrm>
              <a:off x="525040" y="4313051"/>
              <a:ext cx="368808" cy="276999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lang="ko-KR" altLang="en-US" sz="900" b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회사</a:t>
              </a:r>
              <a:endParaRPr lang="en-US" altLang="ko-KR" sz="900" b="1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algn="ctr"/>
              <a:r>
                <a:rPr lang="ko-KR" altLang="en-US" sz="900" b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관공서</a:t>
              </a:r>
              <a:endParaRPr lang="ko-KR" altLang="en-US" sz="900" dirty="0"/>
            </a:p>
          </p:txBody>
        </p:sp>
        <p:sp>
          <p:nvSpPr>
            <p:cNvPr id="23" name="직사각형 22"/>
            <p:cNvSpPr/>
            <p:nvPr/>
          </p:nvSpPr>
          <p:spPr>
            <a:xfrm>
              <a:off x="1300099" y="4306070"/>
              <a:ext cx="368808" cy="276999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lang="ko-KR" altLang="en-US" sz="900" b="1" dirty="0" err="1">
                  <a:latin typeface="맑은 고딕" panose="020B0503020000020004" pitchFamily="50" charset="-127"/>
                  <a:ea typeface="맑은 고딕" panose="020B0503020000020004" pitchFamily="50" charset="-127"/>
                </a:rPr>
                <a:t>마트</a:t>
              </a:r>
              <a:endParaRPr lang="en-US" altLang="ko-KR" sz="900" b="1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algn="ctr"/>
              <a:r>
                <a:rPr lang="ko-KR" altLang="en-US" sz="900" b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편의점</a:t>
              </a:r>
              <a:endParaRPr lang="ko-KR" altLang="en-US" sz="900" dirty="0"/>
            </a:p>
          </p:txBody>
        </p:sp>
        <p:sp>
          <p:nvSpPr>
            <p:cNvPr id="24" name="직사각형 23"/>
            <p:cNvSpPr/>
            <p:nvPr/>
          </p:nvSpPr>
          <p:spPr>
            <a:xfrm>
              <a:off x="2921874" y="4365778"/>
              <a:ext cx="368808" cy="138499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lang="ko-KR" altLang="en-US" sz="900" b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학교</a:t>
              </a:r>
              <a:endParaRPr lang="ko-KR" altLang="en-US" sz="900" dirty="0"/>
            </a:p>
          </p:txBody>
        </p:sp>
        <p:sp>
          <p:nvSpPr>
            <p:cNvPr id="25" name="직사각형 24"/>
            <p:cNvSpPr/>
            <p:nvPr/>
          </p:nvSpPr>
          <p:spPr>
            <a:xfrm>
              <a:off x="3625276" y="4306070"/>
              <a:ext cx="368808" cy="276999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lang="ko-KR" altLang="en-US" sz="900" b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스마트 공장</a:t>
              </a:r>
              <a:endParaRPr lang="ko-KR" altLang="en-US" sz="900" dirty="0"/>
            </a:p>
          </p:txBody>
        </p:sp>
        <p:sp>
          <p:nvSpPr>
            <p:cNvPr id="26" name="직사각형 25"/>
            <p:cNvSpPr/>
            <p:nvPr/>
          </p:nvSpPr>
          <p:spPr>
            <a:xfrm>
              <a:off x="4400337" y="4349700"/>
              <a:ext cx="368808" cy="276999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lang="ko-KR" altLang="en-US" sz="900" b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전시</a:t>
              </a:r>
              <a:endParaRPr lang="en-US" altLang="ko-KR" sz="900" b="1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algn="ctr"/>
              <a:r>
                <a:rPr lang="ko-KR" altLang="en-US" sz="900" b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박물관</a:t>
              </a:r>
              <a:endParaRPr lang="ko-KR" altLang="en-US" sz="900" dirty="0"/>
            </a:p>
          </p:txBody>
        </p:sp>
        <p:sp>
          <p:nvSpPr>
            <p:cNvPr id="27" name="직사각형 26"/>
            <p:cNvSpPr/>
            <p:nvPr/>
          </p:nvSpPr>
          <p:spPr>
            <a:xfrm>
              <a:off x="2110985" y="4365779"/>
              <a:ext cx="368808" cy="138499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lang="ko-KR" altLang="en-US" sz="900" b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병원</a:t>
              </a:r>
              <a:endParaRPr lang="ko-KR" altLang="en-US" sz="900" dirty="0"/>
            </a:p>
          </p:txBody>
        </p:sp>
      </p:grpSp>
      <p:pic>
        <p:nvPicPr>
          <p:cNvPr id="28" name="그림 2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99020" y="1533396"/>
            <a:ext cx="880913" cy="1405309"/>
          </a:xfrm>
          <a:prstGeom prst="rect">
            <a:avLst/>
          </a:prstGeom>
          <a:solidFill>
            <a:srgbClr val="F7F7F7"/>
          </a:solidFill>
          <a:ln>
            <a:noFill/>
          </a:ln>
        </p:spPr>
      </p:pic>
      <p:pic>
        <p:nvPicPr>
          <p:cNvPr id="29" name="그림 2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54430" y="2373389"/>
            <a:ext cx="826730" cy="376662"/>
          </a:xfrm>
          <a:prstGeom prst="rect">
            <a:avLst/>
          </a:prstGeom>
          <a:solidFill>
            <a:srgbClr val="F7F7F7"/>
          </a:solidFill>
          <a:ln>
            <a:noFill/>
          </a:ln>
        </p:spPr>
      </p:pic>
      <p:pic>
        <p:nvPicPr>
          <p:cNvPr id="30" name="그림 2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23327" y="1529092"/>
            <a:ext cx="1180113" cy="886938"/>
          </a:xfrm>
          <a:prstGeom prst="rect">
            <a:avLst/>
          </a:prstGeom>
          <a:solidFill>
            <a:srgbClr val="F7F7F7"/>
          </a:solidFill>
          <a:ln>
            <a:noFill/>
          </a:ln>
        </p:spPr>
      </p:pic>
      <p:pic>
        <p:nvPicPr>
          <p:cNvPr id="31" name="그림 3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63316" y="1541283"/>
            <a:ext cx="784823" cy="602180"/>
          </a:xfrm>
          <a:prstGeom prst="rect">
            <a:avLst/>
          </a:prstGeom>
          <a:solidFill>
            <a:srgbClr val="F7F7F7"/>
          </a:solidFill>
          <a:ln>
            <a:noFill/>
          </a:ln>
        </p:spPr>
      </p:pic>
      <p:pic>
        <p:nvPicPr>
          <p:cNvPr id="32" name="그림 3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997604" y="3624873"/>
            <a:ext cx="973676" cy="740906"/>
          </a:xfrm>
          <a:prstGeom prst="rect">
            <a:avLst/>
          </a:prstGeom>
          <a:solidFill>
            <a:srgbClr val="F7F7F7"/>
          </a:solidFill>
        </p:spPr>
      </p:pic>
      <p:pic>
        <p:nvPicPr>
          <p:cNvPr id="33" name="그림 32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724202" y="2671897"/>
            <a:ext cx="1429836" cy="488745"/>
          </a:xfrm>
          <a:prstGeom prst="rect">
            <a:avLst/>
          </a:prstGeom>
          <a:solidFill>
            <a:srgbClr val="F7F7F7"/>
          </a:solidFill>
          <a:ln>
            <a:noFill/>
          </a:ln>
        </p:spPr>
      </p:pic>
      <p:pic>
        <p:nvPicPr>
          <p:cNvPr id="34" name="그림 33"/>
          <p:cNvPicPr>
            <a:picLocks noChangeAspect="1"/>
          </p:cNvPicPr>
          <p:nvPr/>
        </p:nvPicPr>
        <p:blipFill rotWithShape="1">
          <a:blip r:embed="rId2"/>
          <a:srcRect t="31238" r="25121"/>
          <a:stretch/>
        </p:blipFill>
        <p:spPr>
          <a:xfrm>
            <a:off x="5644947" y="3820161"/>
            <a:ext cx="2559254" cy="76988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557195" indent="-557195">
              <a:buFont typeface="+mj-lt"/>
              <a:buAutoNum type="romanUcPeriod" startAt="2"/>
            </a:pPr>
            <a:r>
              <a:rPr lang="ko-KR" altLang="en-US" dirty="0" smtClean="0"/>
              <a:t>개발 </a:t>
            </a:r>
            <a:r>
              <a:rPr lang="en-US" altLang="ko-KR" dirty="0" smtClean="0"/>
              <a:t>SCOPE &amp; </a:t>
            </a:r>
            <a:r>
              <a:rPr lang="ko-KR" altLang="en-US" dirty="0" smtClean="0"/>
              <a:t>산출물</a:t>
            </a:r>
            <a:endParaRPr lang="ko-KR" altLang="en-US" dirty="0"/>
          </a:p>
        </p:txBody>
      </p:sp>
      <p:sp>
        <p:nvSpPr>
          <p:cNvPr id="36" name="Text Box 9">
            <a:extLst>
              <a:ext uri="{FF2B5EF4-FFF2-40B4-BE49-F238E27FC236}">
                <a16:creationId xmlns:a16="http://schemas.microsoft.com/office/drawing/2014/main" xmlns="" id="{3BA71119-10A0-473B-AF57-B35AF29CFF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1" y="678231"/>
            <a:ext cx="3879229" cy="307777"/>
          </a:xfrm>
          <a:prstGeom prst="rect">
            <a:avLst/>
          </a:prstGeom>
          <a:noFill/>
        </p:spPr>
        <p:txBody>
          <a:bodyPr wrap="square" lIns="36000" tIns="0" rIns="36000" bIns="0" rtlCol="0">
            <a:spAutoFit/>
            <a:scene3d>
              <a:camera prst="orthographicFront"/>
              <a:lightRig rig="threePt" dir="t"/>
            </a:scene3d>
            <a:sp3d extrusionH="6350"/>
          </a:bodyPr>
          <a:lstStyle>
            <a:defPPr>
              <a:defRPr lang="ko-KR"/>
            </a:defPPr>
            <a:lvl1pPr algn="ctr" latinLnBrk="0">
              <a:spcBef>
                <a:spcPct val="0"/>
              </a:spcBef>
              <a:buClr>
                <a:srgbClr val="0085CD"/>
              </a:buClr>
              <a:buSzPct val="120000"/>
              <a:defRPr sz="1400">
                <a:solidFill>
                  <a:srgbClr val="545045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Arial" charset="0"/>
              </a:defRPr>
            </a:lvl1pPr>
          </a:lstStyle>
          <a:p>
            <a:pPr algn="l"/>
            <a:r>
              <a:rPr lang="ko-KR" altLang="en-US" sz="2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시스템 구성도와 개발 부분</a:t>
            </a:r>
            <a:endParaRPr lang="en-US" altLang="ko-KR" sz="20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868550" y="1111843"/>
            <a:ext cx="3938342" cy="131972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ea typeface="맑은 고딕" panose="020B0503020000020004" pitchFamily="50" charset="-127"/>
            </a:endParaRPr>
          </a:p>
        </p:txBody>
      </p:sp>
      <p:sp>
        <p:nvSpPr>
          <p:cNvPr id="39" name="직사각형 38"/>
          <p:cNvSpPr/>
          <p:nvPr/>
        </p:nvSpPr>
        <p:spPr>
          <a:xfrm>
            <a:off x="818542" y="1199387"/>
            <a:ext cx="4056451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dirty="0" smtClean="0">
                <a:solidFill>
                  <a:srgbClr val="000000"/>
                </a:solidFill>
                <a:ea typeface="맑은 고딕" panose="020B0503020000020004" pitchFamily="50" charset="-127"/>
              </a:rPr>
              <a:t>스마트오피스 시스템</a:t>
            </a:r>
            <a:endParaRPr lang="en-US" altLang="ko-KR" dirty="0" smtClean="0">
              <a:solidFill>
                <a:srgbClr val="000000"/>
              </a:solidFill>
              <a:ea typeface="맑은 고딕" panose="020B0503020000020004" pitchFamily="50" charset="-127"/>
            </a:endParaRPr>
          </a:p>
          <a:p>
            <a:endParaRPr lang="en-US" altLang="ko-KR" dirty="0" smtClean="0">
              <a:solidFill>
                <a:srgbClr val="000000"/>
              </a:solidFill>
              <a:ea typeface="맑은 고딕" panose="020B0503020000020004" pitchFamily="50" charset="-127"/>
            </a:endParaRPr>
          </a:p>
          <a:p>
            <a:r>
              <a:rPr lang="ko-KR" altLang="en-US" sz="1200" dirty="0" smtClean="0">
                <a:solidFill>
                  <a:srgbClr val="000000"/>
                </a:solidFill>
                <a:latin typeface="+mj-lt"/>
                <a:ea typeface="맑은 고딕" panose="020B0503020000020004" pitchFamily="50" charset="-127"/>
              </a:rPr>
              <a:t>오피스 좌석을 </a:t>
            </a:r>
            <a:r>
              <a:rPr lang="ko-KR" altLang="en-US" sz="1200" dirty="0">
                <a:solidFill>
                  <a:srgbClr val="000000"/>
                </a:solidFill>
                <a:latin typeface="+mj-lt"/>
                <a:ea typeface="맑은 고딕" panose="020B0503020000020004" pitchFamily="50" charset="-127"/>
              </a:rPr>
              <a:t>예약하고 </a:t>
            </a:r>
            <a:r>
              <a:rPr lang="en-US" altLang="ko-KR" sz="1200" dirty="0">
                <a:solidFill>
                  <a:srgbClr val="000000"/>
                </a:solidFill>
                <a:latin typeface="+mj-lt"/>
                <a:ea typeface="맑은 고딕" panose="020B0503020000020004" pitchFamily="50" charset="-127"/>
              </a:rPr>
              <a:t>ESL</a:t>
            </a:r>
            <a:r>
              <a:rPr lang="ko-KR" altLang="en-US" sz="1200">
                <a:solidFill>
                  <a:srgbClr val="000000"/>
                </a:solidFill>
                <a:latin typeface="+mj-lt"/>
                <a:ea typeface="맑은 고딕" panose="020B0503020000020004" pitchFamily="50" charset="-127"/>
              </a:rPr>
              <a:t>과 </a:t>
            </a:r>
            <a:r>
              <a:rPr lang="ko-KR" altLang="en-US" sz="1200" smtClean="0">
                <a:solidFill>
                  <a:srgbClr val="000000"/>
                </a:solidFill>
                <a:latin typeface="+mj-lt"/>
                <a:ea typeface="맑은 고딕" panose="020B0503020000020004" pitchFamily="50" charset="-127"/>
              </a:rPr>
              <a:t>연동</a:t>
            </a:r>
            <a:r>
              <a:rPr lang="en-US" altLang="ko-KR" sz="1200" dirty="0" smtClean="0">
                <a:solidFill>
                  <a:srgbClr val="000000"/>
                </a:solidFill>
                <a:latin typeface="+mj-lt"/>
                <a:ea typeface="맑은 고딕" panose="020B0503020000020004" pitchFamily="50" charset="-127"/>
              </a:rPr>
              <a:t>/</a:t>
            </a:r>
            <a:r>
              <a:rPr lang="ko-KR" altLang="en-US" sz="1200" smtClean="0">
                <a:solidFill>
                  <a:srgbClr val="000000"/>
                </a:solidFill>
                <a:latin typeface="+mj-lt"/>
                <a:ea typeface="맑은 고딕" panose="020B0503020000020004" pitchFamily="50" charset="-127"/>
              </a:rPr>
              <a:t>관리가 </a:t>
            </a:r>
            <a:r>
              <a:rPr lang="ko-KR" altLang="en-US" sz="1200" dirty="0">
                <a:solidFill>
                  <a:srgbClr val="000000"/>
                </a:solidFill>
                <a:latin typeface="+mj-lt"/>
                <a:ea typeface="맑은 고딕" panose="020B0503020000020004" pitchFamily="50" charset="-127"/>
              </a:rPr>
              <a:t>가능한 </a:t>
            </a:r>
            <a:r>
              <a:rPr lang="en-US" altLang="ko-KR" sz="1200" dirty="0">
                <a:solidFill>
                  <a:srgbClr val="000000"/>
                </a:solidFill>
                <a:latin typeface="+mj-lt"/>
                <a:ea typeface="맑은 고딕" panose="020B0503020000020004" pitchFamily="50" charset="-127"/>
              </a:rPr>
              <a:t>Web </a:t>
            </a:r>
          </a:p>
          <a:p>
            <a:r>
              <a:rPr lang="ko-KR" altLang="en-US" sz="1200" dirty="0">
                <a:solidFill>
                  <a:srgbClr val="000000"/>
                </a:solidFill>
                <a:latin typeface="+mj-lt"/>
                <a:ea typeface="맑은 고딕" panose="020B0503020000020004" pitchFamily="50" charset="-127"/>
              </a:rPr>
              <a:t>해당 시스템은 관리자 기능과 사용자 기능으로 나뉨</a:t>
            </a:r>
            <a:endParaRPr lang="en-US" altLang="ko-KR" sz="1200" dirty="0">
              <a:solidFill>
                <a:srgbClr val="000000"/>
              </a:solidFill>
              <a:latin typeface="+mj-lt"/>
              <a:ea typeface="맑은 고딕" panose="020B0503020000020004" pitchFamily="50" charset="-127"/>
            </a:endParaRPr>
          </a:p>
        </p:txBody>
      </p:sp>
      <p:sp>
        <p:nvSpPr>
          <p:cNvPr id="91" name="직사각형 90"/>
          <p:cNvSpPr/>
          <p:nvPr/>
        </p:nvSpPr>
        <p:spPr>
          <a:xfrm>
            <a:off x="5536734" y="1127666"/>
            <a:ext cx="3500861" cy="1310842"/>
          </a:xfrm>
          <a:prstGeom prst="rect">
            <a:avLst/>
          </a:prstGeom>
          <a:solidFill>
            <a:srgbClr val="F2DCD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ea typeface="맑은 고딕" panose="020B0503020000020004" pitchFamily="50" charset="-127"/>
            </a:endParaRPr>
          </a:p>
        </p:txBody>
      </p:sp>
      <p:sp>
        <p:nvSpPr>
          <p:cNvPr id="92" name="직사각형 91"/>
          <p:cNvSpPr/>
          <p:nvPr/>
        </p:nvSpPr>
        <p:spPr>
          <a:xfrm>
            <a:off x="5648442" y="1200120"/>
            <a:ext cx="3389153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dirty="0" smtClean="0">
                <a:solidFill>
                  <a:srgbClr val="000000"/>
                </a:solidFill>
                <a:ea typeface="맑은 고딕" panose="020B0503020000020004" pitchFamily="50" charset="-127"/>
              </a:rPr>
              <a:t>스마트오피스 </a:t>
            </a:r>
            <a:r>
              <a:rPr lang="ko-KR" altLang="en-US" dirty="0" err="1" smtClean="0">
                <a:solidFill>
                  <a:srgbClr val="000000"/>
                </a:solidFill>
                <a:ea typeface="맑은 고딕" panose="020B0503020000020004" pitchFamily="50" charset="-127"/>
              </a:rPr>
              <a:t>모바일</a:t>
            </a:r>
            <a:r>
              <a:rPr lang="ko-KR" altLang="en-US" dirty="0" smtClean="0">
                <a:solidFill>
                  <a:srgbClr val="000000"/>
                </a:solidFill>
                <a:ea typeface="맑은 고딕" panose="020B0503020000020004" pitchFamily="50" charset="-127"/>
              </a:rPr>
              <a:t> </a:t>
            </a:r>
            <a:r>
              <a:rPr lang="en-US" altLang="ko-KR" dirty="0" smtClean="0">
                <a:solidFill>
                  <a:srgbClr val="000000"/>
                </a:solidFill>
                <a:ea typeface="맑은 고딕" panose="020B0503020000020004" pitchFamily="50" charset="-127"/>
              </a:rPr>
              <a:t>App</a:t>
            </a:r>
          </a:p>
          <a:p>
            <a:endParaRPr lang="en-US" altLang="ko-KR" dirty="0" smtClean="0">
              <a:solidFill>
                <a:srgbClr val="000000"/>
              </a:solidFill>
              <a:ea typeface="맑은 고딕" panose="020B0503020000020004" pitchFamily="50" charset="-127"/>
            </a:endParaRPr>
          </a:p>
          <a:p>
            <a:r>
              <a:rPr lang="en-US" altLang="ko-KR" sz="1200" dirty="0">
                <a:solidFill>
                  <a:srgbClr val="000000"/>
                </a:solidFill>
                <a:latin typeface="+mj-lt"/>
                <a:ea typeface="맑은 고딕" panose="020B0503020000020004" pitchFamily="50" charset="-127"/>
              </a:rPr>
              <a:t>Web</a:t>
            </a:r>
            <a:r>
              <a:rPr lang="ko-KR" altLang="en-US" sz="1200" dirty="0">
                <a:solidFill>
                  <a:srgbClr val="000000"/>
                </a:solidFill>
                <a:latin typeface="+mj-lt"/>
                <a:ea typeface="맑은 고딕" panose="020B0503020000020004" pitchFamily="50" charset="-127"/>
              </a:rPr>
              <a:t>의 사용자 기능을 구현한 </a:t>
            </a:r>
            <a:r>
              <a:rPr lang="ko-KR" altLang="en-US" sz="1200" dirty="0" err="1">
                <a:solidFill>
                  <a:srgbClr val="000000"/>
                </a:solidFill>
                <a:latin typeface="+mj-lt"/>
                <a:ea typeface="맑은 고딕" panose="020B0503020000020004" pitchFamily="50" charset="-127"/>
              </a:rPr>
              <a:t>모바일</a:t>
            </a:r>
            <a:r>
              <a:rPr lang="ko-KR" altLang="en-US" sz="1200" dirty="0">
                <a:solidFill>
                  <a:srgbClr val="000000"/>
                </a:solidFill>
                <a:latin typeface="+mj-lt"/>
                <a:ea typeface="맑은 고딕" panose="020B0503020000020004" pitchFamily="50" charset="-127"/>
              </a:rPr>
              <a:t> </a:t>
            </a:r>
            <a:r>
              <a:rPr lang="en-US" altLang="ko-KR" sz="1200" dirty="0">
                <a:solidFill>
                  <a:srgbClr val="000000"/>
                </a:solidFill>
                <a:latin typeface="+mj-lt"/>
                <a:ea typeface="맑은 고딕" panose="020B0503020000020004" pitchFamily="50" charset="-127"/>
              </a:rPr>
              <a:t>App</a:t>
            </a:r>
          </a:p>
        </p:txBody>
      </p:sp>
      <p:sp>
        <p:nvSpPr>
          <p:cNvPr id="93" name="직사각형 92"/>
          <p:cNvSpPr/>
          <p:nvPr/>
        </p:nvSpPr>
        <p:spPr>
          <a:xfrm rot="16200000">
            <a:off x="7321592" y="2285994"/>
            <a:ext cx="713067" cy="2160602"/>
          </a:xfrm>
          <a:prstGeom prst="rect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ea typeface="맑은 고딕" panose="020B0503020000020004" pitchFamily="50" charset="-127"/>
            </a:endParaRPr>
          </a:p>
        </p:txBody>
      </p:sp>
      <p:grpSp>
        <p:nvGrpSpPr>
          <p:cNvPr id="94" name="그룹 93"/>
          <p:cNvGrpSpPr/>
          <p:nvPr/>
        </p:nvGrpSpPr>
        <p:grpSpPr>
          <a:xfrm>
            <a:off x="1011808" y="2854606"/>
            <a:ext cx="8040624" cy="3657600"/>
            <a:chOff x="1011808" y="2854606"/>
            <a:chExt cx="8040624" cy="3657600"/>
          </a:xfrm>
        </p:grpSpPr>
        <p:sp>
          <p:nvSpPr>
            <p:cNvPr id="96" name="모서리가 둥근 직사각형 95"/>
            <p:cNvSpPr/>
            <p:nvPr/>
          </p:nvSpPr>
          <p:spPr>
            <a:xfrm>
              <a:off x="1246923" y="3994558"/>
              <a:ext cx="4823760" cy="1383897"/>
            </a:xfrm>
            <a:prstGeom prst="roundRect">
              <a:avLst>
                <a:gd name="adj" fmla="val 2571"/>
              </a:avLst>
            </a:prstGeom>
            <a:solidFill>
              <a:srgbClr val="F3EC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7" name="타원 96"/>
            <p:cNvSpPr/>
            <p:nvPr/>
          </p:nvSpPr>
          <p:spPr>
            <a:xfrm>
              <a:off x="3536268" y="4098033"/>
              <a:ext cx="1124729" cy="1124729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8" name="타원 97"/>
            <p:cNvSpPr/>
            <p:nvPr/>
          </p:nvSpPr>
          <p:spPr>
            <a:xfrm>
              <a:off x="1336241" y="4098033"/>
              <a:ext cx="1124729" cy="1124729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9" name="모서리가 둥근 직사각형 98"/>
            <p:cNvSpPr/>
            <p:nvPr/>
          </p:nvSpPr>
          <p:spPr>
            <a:xfrm>
              <a:off x="1246923" y="3011648"/>
              <a:ext cx="1937857" cy="696286"/>
            </a:xfrm>
            <a:prstGeom prst="roundRect">
              <a:avLst>
                <a:gd name="adj" fmla="val 7028"/>
              </a:avLst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100" name="그림 99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1403" t="76291" r="9171" b="9505"/>
            <a:stretch/>
          </p:blipFill>
          <p:spPr>
            <a:xfrm>
              <a:off x="1641206" y="4311940"/>
              <a:ext cx="486561" cy="477382"/>
            </a:xfrm>
            <a:prstGeom prst="rect">
              <a:avLst/>
            </a:prstGeom>
          </p:spPr>
        </p:pic>
        <p:pic>
          <p:nvPicPr>
            <p:cNvPr id="101" name="그림 100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1403" t="76291" r="9171" b="9505"/>
            <a:stretch/>
          </p:blipFill>
          <p:spPr>
            <a:xfrm>
              <a:off x="3846873" y="4311940"/>
              <a:ext cx="486561" cy="477382"/>
            </a:xfrm>
            <a:prstGeom prst="rect">
              <a:avLst/>
            </a:prstGeom>
          </p:spPr>
        </p:pic>
        <p:pic>
          <p:nvPicPr>
            <p:cNvPr id="102" name="그림 101"/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788" t="3740" r="43853" b="67173"/>
            <a:stretch/>
          </p:blipFill>
          <p:spPr>
            <a:xfrm>
              <a:off x="1847351" y="5792717"/>
              <a:ext cx="684229" cy="426720"/>
            </a:xfrm>
            <a:prstGeom prst="rect">
              <a:avLst/>
            </a:prstGeom>
          </p:spPr>
        </p:pic>
        <p:pic>
          <p:nvPicPr>
            <p:cNvPr id="103" name="그림 102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7616" t="77068" r="31363" b="7578"/>
            <a:stretch/>
          </p:blipFill>
          <p:spPr>
            <a:xfrm>
              <a:off x="1421094" y="3101769"/>
              <a:ext cx="568933" cy="516044"/>
            </a:xfrm>
            <a:prstGeom prst="rect">
              <a:avLst/>
            </a:prstGeom>
          </p:spPr>
        </p:pic>
        <p:pic>
          <p:nvPicPr>
            <p:cNvPr id="104" name="그림 103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5685" t="74218" r="53969" b="8356"/>
            <a:stretch/>
          </p:blipFill>
          <p:spPr>
            <a:xfrm>
              <a:off x="4058632" y="5751733"/>
              <a:ext cx="534099" cy="585712"/>
            </a:xfrm>
            <a:prstGeom prst="rect">
              <a:avLst/>
            </a:prstGeom>
          </p:spPr>
        </p:pic>
        <p:pic>
          <p:nvPicPr>
            <p:cNvPr id="105" name="그림 104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176" t="72404" r="78936" b="10170"/>
            <a:stretch/>
          </p:blipFill>
          <p:spPr>
            <a:xfrm>
              <a:off x="6932503" y="5751733"/>
              <a:ext cx="716979" cy="585712"/>
            </a:xfrm>
            <a:prstGeom prst="rect">
              <a:avLst/>
            </a:prstGeom>
          </p:spPr>
        </p:pic>
        <p:pic>
          <p:nvPicPr>
            <p:cNvPr id="106" name="그림 105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6939" t="49344" r="29680" b="38671"/>
            <a:stretch/>
          </p:blipFill>
          <p:spPr>
            <a:xfrm>
              <a:off x="3966043" y="3142104"/>
              <a:ext cx="690853" cy="402832"/>
            </a:xfrm>
            <a:prstGeom prst="rect">
              <a:avLst/>
            </a:prstGeom>
          </p:spPr>
        </p:pic>
        <p:pic>
          <p:nvPicPr>
            <p:cNvPr id="107" name="그림 106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2820" t="45717" r="53462" b="37634"/>
            <a:stretch/>
          </p:blipFill>
          <p:spPr>
            <a:xfrm>
              <a:off x="6780775" y="3068523"/>
              <a:ext cx="708270" cy="559587"/>
            </a:xfrm>
            <a:prstGeom prst="rect">
              <a:avLst/>
            </a:prstGeom>
          </p:spPr>
        </p:pic>
        <p:pic>
          <p:nvPicPr>
            <p:cNvPr id="108" name="그림 107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315" t="46494" r="80281" b="38929"/>
            <a:stretch/>
          </p:blipFill>
          <p:spPr>
            <a:xfrm>
              <a:off x="1337232" y="5850807"/>
              <a:ext cx="540763" cy="333096"/>
            </a:xfrm>
            <a:prstGeom prst="rect">
              <a:avLst/>
            </a:prstGeom>
          </p:spPr>
        </p:pic>
        <p:pic>
          <p:nvPicPr>
            <p:cNvPr id="109" name="그림 108"/>
            <p:cNvPicPr>
              <a:picLocks noChangeAspect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502" t="631" r="79608" b="61213"/>
            <a:stretch/>
          </p:blipFill>
          <p:spPr>
            <a:xfrm>
              <a:off x="2476432" y="5772888"/>
              <a:ext cx="339634" cy="446549"/>
            </a:xfrm>
            <a:prstGeom prst="rect">
              <a:avLst/>
            </a:prstGeom>
          </p:spPr>
        </p:pic>
        <p:sp>
          <p:nvSpPr>
            <p:cNvPr id="110" name="TextBox 109"/>
            <p:cNvSpPr txBox="1"/>
            <p:nvPr/>
          </p:nvSpPr>
          <p:spPr>
            <a:xfrm>
              <a:off x="2029414" y="3075109"/>
              <a:ext cx="1241132" cy="5078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900" b="1" dirty="0" smtClean="0"/>
                <a:t>스마트오피스 </a:t>
              </a:r>
              <a:r>
                <a:rPr lang="ko-KR" altLang="en-US" sz="900" b="1" dirty="0"/>
                <a:t>시스템</a:t>
              </a:r>
              <a:endParaRPr lang="en-US" altLang="ko-KR" sz="900" b="1" dirty="0"/>
            </a:p>
            <a:p>
              <a:pPr marL="182562" indent="-87313">
                <a:buFontTx/>
                <a:buChar char="-"/>
              </a:pPr>
              <a:r>
                <a:rPr lang="ko-KR" altLang="en-US" sz="900" dirty="0" smtClean="0"/>
                <a:t>관리자 </a:t>
              </a:r>
              <a:r>
                <a:rPr lang="ko-KR" altLang="en-US" sz="900" dirty="0"/>
                <a:t>기능</a:t>
              </a:r>
              <a:endParaRPr lang="en-US" altLang="ko-KR" sz="900" dirty="0"/>
            </a:p>
            <a:p>
              <a:pPr marL="182562" indent="-87313">
                <a:buFontTx/>
                <a:buChar char="-"/>
              </a:pPr>
              <a:r>
                <a:rPr lang="ko-KR" altLang="en-US" sz="900" dirty="0"/>
                <a:t>사용자 기능</a:t>
              </a:r>
              <a:endParaRPr lang="ko-KR" altLang="en-US" sz="1400" dirty="0"/>
            </a:p>
          </p:txBody>
        </p:sp>
        <p:sp>
          <p:nvSpPr>
            <p:cNvPr id="111" name="TextBox 110"/>
            <p:cNvSpPr txBox="1"/>
            <p:nvPr/>
          </p:nvSpPr>
          <p:spPr>
            <a:xfrm>
              <a:off x="4685156" y="5814942"/>
              <a:ext cx="1155366" cy="4612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799" dirty="0"/>
                <a:t>Interface with Retail</a:t>
              </a:r>
            </a:p>
            <a:p>
              <a:r>
                <a:rPr lang="en-US" altLang="ko-KR" sz="799" dirty="0"/>
                <a:t>Legacy Server</a:t>
              </a:r>
            </a:p>
            <a:p>
              <a:r>
                <a:rPr lang="en-US" altLang="ko-KR" sz="799" dirty="0"/>
                <a:t>(Customized)</a:t>
              </a:r>
              <a:endParaRPr lang="ko-KR" altLang="en-US" sz="1200" dirty="0"/>
            </a:p>
          </p:txBody>
        </p:sp>
        <p:sp>
          <p:nvSpPr>
            <p:cNvPr id="112" name="TextBox 111"/>
            <p:cNvSpPr txBox="1"/>
            <p:nvPr/>
          </p:nvSpPr>
          <p:spPr>
            <a:xfrm>
              <a:off x="7607156" y="5771521"/>
              <a:ext cx="1243862" cy="5842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799" b="1" dirty="0" err="1"/>
                <a:t>레거시</a:t>
              </a:r>
              <a:r>
                <a:rPr lang="ko-KR" altLang="en-US" sz="799" b="1" dirty="0"/>
                <a:t> 시스템</a:t>
              </a:r>
              <a:endParaRPr lang="en-US" altLang="ko-KR" sz="799" b="1" dirty="0"/>
            </a:p>
            <a:p>
              <a:pPr marL="87313" indent="-87313">
                <a:buFontTx/>
                <a:buChar char="-"/>
              </a:pPr>
              <a:r>
                <a:rPr lang="en-US" altLang="ko-KR" sz="799" dirty="0"/>
                <a:t>Product Data Base</a:t>
              </a:r>
            </a:p>
            <a:p>
              <a:pPr marL="87313" indent="-87313">
                <a:buFontTx/>
                <a:buChar char="-"/>
              </a:pPr>
              <a:r>
                <a:rPr lang="en-US" altLang="ko-KR" sz="799" dirty="0"/>
                <a:t>Price, Unit Price </a:t>
              </a:r>
              <a:r>
                <a:rPr lang="en-US" altLang="ko-KR" sz="799" dirty="0" err="1"/>
                <a:t>etc</a:t>
              </a:r>
              <a:endParaRPr lang="en-US" altLang="ko-KR" sz="799" dirty="0"/>
            </a:p>
            <a:p>
              <a:pPr marL="87313" indent="-87313">
                <a:buFontTx/>
                <a:buChar char="-"/>
              </a:pPr>
              <a:r>
                <a:rPr lang="en-US" altLang="ko-KR" sz="799" dirty="0"/>
                <a:t>CSV, XML, JSON</a:t>
              </a:r>
              <a:endParaRPr lang="ko-KR" altLang="en-US" sz="1200" dirty="0"/>
            </a:p>
          </p:txBody>
        </p:sp>
        <p:sp>
          <p:nvSpPr>
            <p:cNvPr id="113" name="TextBox 112"/>
            <p:cNvSpPr txBox="1"/>
            <p:nvPr/>
          </p:nvSpPr>
          <p:spPr>
            <a:xfrm>
              <a:off x="7715094" y="4373153"/>
              <a:ext cx="1164114" cy="7072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799" b="1" dirty="0"/>
                <a:t>ESL </a:t>
              </a:r>
              <a:r>
                <a:rPr lang="ko-KR" altLang="en-US" sz="799" b="1"/>
                <a:t>서버 기능 내장</a:t>
              </a:r>
              <a:endParaRPr lang="en-US" altLang="ko-KR" sz="799" b="1" dirty="0"/>
            </a:p>
            <a:p>
              <a:endParaRPr lang="en-US" altLang="ko-KR" sz="799" b="1" dirty="0"/>
            </a:p>
            <a:p>
              <a:pPr marL="87313" indent="-87313">
                <a:buFontTx/>
                <a:buChar char="-"/>
              </a:pPr>
              <a:r>
                <a:rPr lang="en-US" altLang="ko-KR" sz="799" dirty="0"/>
                <a:t>Tag assign/signal</a:t>
              </a:r>
            </a:p>
            <a:p>
              <a:pPr marL="87313" indent="-87313">
                <a:buFontTx/>
                <a:buChar char="-"/>
              </a:pPr>
              <a:r>
                <a:rPr lang="en-US" altLang="ko-KR" sz="799" dirty="0"/>
                <a:t>Tag update</a:t>
              </a:r>
            </a:p>
            <a:p>
              <a:pPr marL="87313" indent="-87313">
                <a:buFontTx/>
                <a:buChar char="-"/>
              </a:pPr>
              <a:r>
                <a:rPr lang="en-US" altLang="ko-KR" sz="799" dirty="0"/>
                <a:t>Tag status check</a:t>
              </a:r>
              <a:endParaRPr lang="ko-KR" altLang="en-US" sz="1200" dirty="0"/>
            </a:p>
          </p:txBody>
        </p:sp>
        <p:sp>
          <p:nvSpPr>
            <p:cNvPr id="114" name="TextBox 113"/>
            <p:cNvSpPr txBox="1"/>
            <p:nvPr/>
          </p:nvSpPr>
          <p:spPr>
            <a:xfrm>
              <a:off x="4667112" y="3161648"/>
              <a:ext cx="1287856" cy="4612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799" b="1" dirty="0"/>
                <a:t>ESL Template </a:t>
              </a:r>
              <a:r>
                <a:rPr lang="ko-KR" altLang="en-US" sz="799" b="1"/>
                <a:t>디자이너</a:t>
              </a:r>
              <a:endParaRPr lang="en-US" altLang="ko-KR" sz="799" b="1" dirty="0"/>
            </a:p>
            <a:p>
              <a:pPr marL="87313" indent="-87313">
                <a:buFontTx/>
                <a:buChar char="-"/>
              </a:pPr>
              <a:r>
                <a:rPr lang="en-US" altLang="ko-KR" sz="799" dirty="0"/>
                <a:t>Create</a:t>
              </a:r>
              <a:r>
                <a:rPr lang="ko-KR" altLang="en-US" sz="799"/>
                <a:t> </a:t>
              </a:r>
              <a:r>
                <a:rPr lang="en-US" altLang="ko-KR" sz="799" dirty="0"/>
                <a:t>template </a:t>
              </a:r>
            </a:p>
            <a:p>
              <a:pPr marL="87313" indent="-87313">
                <a:buFontTx/>
                <a:buChar char="-"/>
              </a:pPr>
              <a:r>
                <a:rPr lang="en-US" altLang="ko-KR" sz="799" dirty="0"/>
                <a:t>Text, Logo, Image</a:t>
              </a:r>
            </a:p>
          </p:txBody>
        </p:sp>
        <p:sp>
          <p:nvSpPr>
            <p:cNvPr id="115" name="TextBox 114"/>
            <p:cNvSpPr txBox="1"/>
            <p:nvPr/>
          </p:nvSpPr>
          <p:spPr>
            <a:xfrm>
              <a:off x="2793416" y="5959259"/>
              <a:ext cx="367245" cy="21531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799" b="1" dirty="0"/>
                <a:t>ESL</a:t>
              </a:r>
            </a:p>
          </p:txBody>
        </p:sp>
        <p:sp>
          <p:nvSpPr>
            <p:cNvPr id="116" name="TextBox 115"/>
            <p:cNvSpPr txBox="1"/>
            <p:nvPr/>
          </p:nvSpPr>
          <p:spPr>
            <a:xfrm>
              <a:off x="7556641" y="3146901"/>
              <a:ext cx="1201783" cy="4612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799" b="1" dirty="0" err="1"/>
                <a:t>모바일</a:t>
              </a:r>
              <a:r>
                <a:rPr lang="ko-KR" altLang="en-US" sz="799" b="1" dirty="0"/>
                <a:t> </a:t>
              </a:r>
              <a:r>
                <a:rPr lang="ko-KR" altLang="en-US" sz="799" b="1" dirty="0" err="1"/>
                <a:t>앱</a:t>
              </a:r>
              <a:endParaRPr lang="en-US" altLang="ko-KR" sz="799" b="1" dirty="0"/>
            </a:p>
            <a:p>
              <a:pPr marL="87313" indent="-87313">
                <a:buFontTx/>
                <a:buChar char="-"/>
              </a:pPr>
              <a:r>
                <a:rPr lang="ko-KR" altLang="en-US" sz="799" dirty="0" smtClean="0"/>
                <a:t>좌석 </a:t>
              </a:r>
              <a:r>
                <a:rPr lang="ko-KR" altLang="en-US" sz="799" dirty="0"/>
                <a:t>예약</a:t>
              </a:r>
              <a:endParaRPr lang="en-US" altLang="ko-KR" sz="799" dirty="0"/>
            </a:p>
            <a:p>
              <a:pPr marL="87313" indent="-87313">
                <a:buFontTx/>
                <a:buChar char="-"/>
              </a:pPr>
              <a:r>
                <a:rPr lang="ko-KR" altLang="en-US" sz="799" dirty="0"/>
                <a:t>사용자 기능</a:t>
              </a:r>
              <a:endParaRPr lang="en-US" altLang="ko-KR" sz="799" dirty="0"/>
            </a:p>
          </p:txBody>
        </p:sp>
        <p:sp>
          <p:nvSpPr>
            <p:cNvPr id="117" name="TextBox 116"/>
            <p:cNvSpPr txBox="1"/>
            <p:nvPr/>
          </p:nvSpPr>
          <p:spPr>
            <a:xfrm>
              <a:off x="4677039" y="4418752"/>
              <a:ext cx="1261542" cy="63094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92074" indent="-92074">
                <a:lnSpc>
                  <a:spcPts val="700"/>
                </a:lnSpc>
                <a:buFontTx/>
                <a:buChar char="-"/>
              </a:pPr>
              <a:r>
                <a:rPr lang="en-US" altLang="ko-KR" sz="799" dirty="0">
                  <a:solidFill>
                    <a:srgbClr val="575F96"/>
                  </a:solidFill>
                </a:rPr>
                <a:t>Data schedule</a:t>
              </a:r>
            </a:p>
            <a:p>
              <a:pPr marL="92074" indent="-92074">
                <a:lnSpc>
                  <a:spcPts val="700"/>
                </a:lnSpc>
                <a:buFontTx/>
                <a:buChar char="-"/>
              </a:pPr>
              <a:r>
                <a:rPr lang="en-US" altLang="ko-KR" sz="799" dirty="0">
                  <a:solidFill>
                    <a:srgbClr val="575F96"/>
                  </a:solidFill>
                </a:rPr>
                <a:t>Data transaction</a:t>
              </a:r>
            </a:p>
            <a:p>
              <a:pPr marL="92074" indent="-92074">
                <a:lnSpc>
                  <a:spcPts val="700"/>
                </a:lnSpc>
                <a:buFontTx/>
                <a:buChar char="-"/>
              </a:pPr>
              <a:r>
                <a:rPr lang="en-US" altLang="ko-KR" sz="799" dirty="0">
                  <a:solidFill>
                    <a:srgbClr val="575F96"/>
                  </a:solidFill>
                </a:rPr>
                <a:t>Event process</a:t>
              </a:r>
            </a:p>
            <a:p>
              <a:pPr marL="92074" indent="-92074">
                <a:lnSpc>
                  <a:spcPts val="700"/>
                </a:lnSpc>
                <a:buFontTx/>
                <a:buChar char="-"/>
              </a:pPr>
              <a:r>
                <a:rPr lang="en-US" altLang="ko-KR" sz="799" dirty="0">
                  <a:solidFill>
                    <a:srgbClr val="575F96"/>
                  </a:solidFill>
                </a:rPr>
                <a:t>Multi Page management</a:t>
              </a:r>
            </a:p>
            <a:p>
              <a:pPr marL="92074" indent="-92074">
                <a:lnSpc>
                  <a:spcPts val="700"/>
                </a:lnSpc>
                <a:buFontTx/>
                <a:buChar char="-"/>
              </a:pPr>
              <a:r>
                <a:rPr lang="en-US" altLang="ko-KR" sz="799" dirty="0">
                  <a:solidFill>
                    <a:srgbClr val="575F96"/>
                  </a:solidFill>
                </a:rPr>
                <a:t>Image Rendering</a:t>
              </a:r>
            </a:p>
          </p:txBody>
        </p:sp>
        <p:sp>
          <p:nvSpPr>
            <p:cNvPr id="118" name="TextBox 117"/>
            <p:cNvSpPr txBox="1"/>
            <p:nvPr/>
          </p:nvSpPr>
          <p:spPr>
            <a:xfrm>
              <a:off x="4201919" y="3734125"/>
              <a:ext cx="916947" cy="21531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799" b="1" dirty="0"/>
                <a:t>ESL Template</a:t>
              </a:r>
            </a:p>
          </p:txBody>
        </p:sp>
        <p:sp>
          <p:nvSpPr>
            <p:cNvPr id="119" name="TextBox 118"/>
            <p:cNvSpPr txBox="1"/>
            <p:nvPr/>
          </p:nvSpPr>
          <p:spPr>
            <a:xfrm>
              <a:off x="6921169" y="3720700"/>
              <a:ext cx="440692" cy="21531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799" b="1" dirty="0" err="1"/>
                <a:t>WiFi</a:t>
              </a:r>
              <a:endParaRPr lang="en-US" altLang="ko-KR" sz="799" b="1" dirty="0"/>
            </a:p>
          </p:txBody>
        </p:sp>
        <p:sp>
          <p:nvSpPr>
            <p:cNvPr id="120" name="TextBox 119"/>
            <p:cNvSpPr txBox="1"/>
            <p:nvPr/>
          </p:nvSpPr>
          <p:spPr>
            <a:xfrm>
              <a:off x="1682976" y="5411962"/>
              <a:ext cx="916947" cy="21531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799" b="1" dirty="0" err="1"/>
                <a:t>ZigBee</a:t>
              </a:r>
              <a:endParaRPr lang="en-US" altLang="ko-KR" sz="799" b="1" dirty="0"/>
            </a:p>
          </p:txBody>
        </p:sp>
        <p:sp>
          <p:nvSpPr>
            <p:cNvPr id="121" name="TextBox 120"/>
            <p:cNvSpPr txBox="1"/>
            <p:nvPr/>
          </p:nvSpPr>
          <p:spPr>
            <a:xfrm>
              <a:off x="1426012" y="4745849"/>
              <a:ext cx="916947" cy="3382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799" dirty="0"/>
                <a:t>Database</a:t>
              </a:r>
            </a:p>
            <a:p>
              <a:pPr algn="ctr"/>
              <a:r>
                <a:rPr lang="en-US" altLang="ko-KR" sz="799" dirty="0"/>
                <a:t>(</a:t>
              </a:r>
              <a:r>
                <a:rPr lang="en-US" altLang="ko-KR" sz="799" dirty="0" err="1"/>
                <a:t>PostgresSQL</a:t>
              </a:r>
              <a:r>
                <a:rPr lang="en-US" altLang="ko-KR" sz="799" dirty="0"/>
                <a:t>)</a:t>
              </a:r>
            </a:p>
          </p:txBody>
        </p:sp>
        <p:sp>
          <p:nvSpPr>
            <p:cNvPr id="122" name="TextBox 121"/>
            <p:cNvSpPr txBox="1"/>
            <p:nvPr/>
          </p:nvSpPr>
          <p:spPr>
            <a:xfrm>
              <a:off x="4435439" y="5411962"/>
              <a:ext cx="1422800" cy="21531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799" dirty="0"/>
                <a:t>Update(Assign/</a:t>
              </a:r>
              <a:r>
                <a:rPr lang="en-US" altLang="ko-KR" sz="799" dirty="0" err="1"/>
                <a:t>Unassign</a:t>
              </a:r>
              <a:r>
                <a:rPr lang="en-US" altLang="ko-KR" sz="799" dirty="0"/>
                <a:t>)</a:t>
              </a:r>
            </a:p>
          </p:txBody>
        </p:sp>
        <p:sp>
          <p:nvSpPr>
            <p:cNvPr id="123" name="TextBox 122"/>
            <p:cNvSpPr txBox="1"/>
            <p:nvPr/>
          </p:nvSpPr>
          <p:spPr>
            <a:xfrm>
              <a:off x="5932949" y="6097889"/>
              <a:ext cx="1261542" cy="21531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799" dirty="0">
                  <a:solidFill>
                    <a:srgbClr val="767777"/>
                  </a:solidFill>
                </a:rPr>
                <a:t>TCP/IP Network</a:t>
              </a:r>
            </a:p>
          </p:txBody>
        </p:sp>
        <p:cxnSp>
          <p:nvCxnSpPr>
            <p:cNvPr id="124" name="직선 화살표 연결선 123"/>
            <p:cNvCxnSpPr/>
            <p:nvPr/>
          </p:nvCxnSpPr>
          <p:spPr>
            <a:xfrm flipV="1">
              <a:off x="1754714" y="3707934"/>
              <a:ext cx="0" cy="258421"/>
            </a:xfrm>
            <a:prstGeom prst="straightConnector1">
              <a:avLst/>
            </a:prstGeom>
            <a:ln w="38100">
              <a:solidFill>
                <a:srgbClr val="3E518D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직선 화살표 연결선 124"/>
            <p:cNvCxnSpPr/>
            <p:nvPr/>
          </p:nvCxnSpPr>
          <p:spPr>
            <a:xfrm flipV="1">
              <a:off x="4105189" y="3720700"/>
              <a:ext cx="0" cy="258421"/>
            </a:xfrm>
            <a:prstGeom prst="straightConnector1">
              <a:avLst/>
            </a:prstGeom>
            <a:ln w="38100">
              <a:solidFill>
                <a:srgbClr val="3E518D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직선 화살표 연결선 125"/>
            <p:cNvCxnSpPr/>
            <p:nvPr/>
          </p:nvCxnSpPr>
          <p:spPr>
            <a:xfrm flipV="1">
              <a:off x="4105189" y="5400525"/>
              <a:ext cx="0" cy="258421"/>
            </a:xfrm>
            <a:prstGeom prst="straightConnector1">
              <a:avLst/>
            </a:prstGeom>
            <a:ln w="38100">
              <a:solidFill>
                <a:srgbClr val="3E518D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직선 화살표 연결선 126"/>
            <p:cNvCxnSpPr/>
            <p:nvPr/>
          </p:nvCxnSpPr>
          <p:spPr>
            <a:xfrm>
              <a:off x="6070683" y="6039276"/>
              <a:ext cx="577627" cy="5313"/>
            </a:xfrm>
            <a:prstGeom prst="straightConnector1">
              <a:avLst/>
            </a:prstGeom>
            <a:ln w="38100">
              <a:solidFill>
                <a:srgbClr val="3E518D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직선 화살표 연결선 127"/>
            <p:cNvCxnSpPr/>
            <p:nvPr/>
          </p:nvCxnSpPr>
          <p:spPr>
            <a:xfrm>
              <a:off x="2552572" y="4659444"/>
              <a:ext cx="930890" cy="6096"/>
            </a:xfrm>
            <a:prstGeom prst="straightConnector1">
              <a:avLst/>
            </a:prstGeom>
            <a:ln w="38100">
              <a:solidFill>
                <a:srgbClr val="3E518D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9" name="TextBox 128"/>
            <p:cNvSpPr txBox="1"/>
            <p:nvPr/>
          </p:nvSpPr>
          <p:spPr>
            <a:xfrm>
              <a:off x="2435356" y="4726398"/>
              <a:ext cx="1261542" cy="4612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92074" indent="-92074">
                <a:buFontTx/>
                <a:buChar char="-"/>
              </a:pPr>
              <a:r>
                <a:rPr lang="en-US" altLang="ko-KR" sz="799" dirty="0">
                  <a:solidFill>
                    <a:srgbClr val="575F96"/>
                  </a:solidFill>
                </a:rPr>
                <a:t>Procedure Module</a:t>
              </a:r>
            </a:p>
            <a:p>
              <a:pPr marL="92074" indent="-92074">
                <a:buFontTx/>
                <a:buChar char="-"/>
              </a:pPr>
              <a:r>
                <a:rPr lang="en-US" altLang="ko-KR" sz="799" dirty="0">
                  <a:solidFill>
                    <a:srgbClr val="575F96"/>
                  </a:solidFill>
                </a:rPr>
                <a:t>Performance</a:t>
              </a:r>
            </a:p>
            <a:p>
              <a:pPr marL="92074" indent="-92074">
                <a:buFontTx/>
                <a:buChar char="-"/>
              </a:pPr>
              <a:r>
                <a:rPr lang="en-US" altLang="ko-KR" sz="799" dirty="0">
                  <a:solidFill>
                    <a:srgbClr val="575F96"/>
                  </a:solidFill>
                </a:rPr>
                <a:t>Tuning</a:t>
              </a:r>
            </a:p>
          </p:txBody>
        </p:sp>
        <p:sp>
          <p:nvSpPr>
            <p:cNvPr id="130" name="TextBox 129"/>
            <p:cNvSpPr txBox="1"/>
            <p:nvPr/>
          </p:nvSpPr>
          <p:spPr>
            <a:xfrm>
              <a:off x="2411539" y="4063801"/>
              <a:ext cx="1357378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600" b="1" dirty="0">
                  <a:solidFill>
                    <a:srgbClr val="655AA6"/>
                  </a:solidFill>
                </a:rPr>
                <a:t>ESL Gateway+</a:t>
              </a:r>
            </a:p>
          </p:txBody>
        </p:sp>
        <p:sp>
          <p:nvSpPr>
            <p:cNvPr id="131" name="모서리가 둥근 직사각형 130"/>
            <p:cNvSpPr/>
            <p:nvPr/>
          </p:nvSpPr>
          <p:spPr>
            <a:xfrm>
              <a:off x="3923864" y="5696446"/>
              <a:ext cx="1937857" cy="696286"/>
            </a:xfrm>
            <a:prstGeom prst="roundRect">
              <a:avLst>
                <a:gd name="adj" fmla="val 7028"/>
              </a:avLst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2" name="모서리가 둥근 직사각형 131"/>
            <p:cNvSpPr/>
            <p:nvPr/>
          </p:nvSpPr>
          <p:spPr>
            <a:xfrm>
              <a:off x="6820567" y="5696446"/>
              <a:ext cx="1937857" cy="696286"/>
            </a:xfrm>
            <a:prstGeom prst="roundRect">
              <a:avLst>
                <a:gd name="adj" fmla="val 7028"/>
              </a:avLst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3" name="모서리가 둥근 직사각형 132"/>
            <p:cNvSpPr/>
            <p:nvPr/>
          </p:nvSpPr>
          <p:spPr>
            <a:xfrm>
              <a:off x="1246923" y="4000842"/>
              <a:ext cx="7511501" cy="1375569"/>
            </a:xfrm>
            <a:prstGeom prst="roundRect">
              <a:avLst>
                <a:gd name="adj" fmla="val 7028"/>
              </a:avLst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4" name="모서리가 둥근 직사각형 133"/>
            <p:cNvSpPr/>
            <p:nvPr/>
          </p:nvSpPr>
          <p:spPr>
            <a:xfrm>
              <a:off x="1246923" y="5687178"/>
              <a:ext cx="1937857" cy="696286"/>
            </a:xfrm>
            <a:prstGeom prst="roundRect">
              <a:avLst>
                <a:gd name="adj" fmla="val 7028"/>
              </a:avLst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5" name="모서리가 둥근 직사각형 134"/>
            <p:cNvSpPr/>
            <p:nvPr/>
          </p:nvSpPr>
          <p:spPr>
            <a:xfrm>
              <a:off x="6596101" y="3017474"/>
              <a:ext cx="2162323" cy="696286"/>
            </a:xfrm>
            <a:prstGeom prst="roundRect">
              <a:avLst>
                <a:gd name="adj" fmla="val 7028"/>
              </a:avLst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6" name="모서리가 둥근 직사각형 135"/>
            <p:cNvSpPr/>
            <p:nvPr/>
          </p:nvSpPr>
          <p:spPr>
            <a:xfrm>
              <a:off x="3920382" y="3012677"/>
              <a:ext cx="1937857" cy="696286"/>
            </a:xfrm>
            <a:prstGeom prst="roundRect">
              <a:avLst>
                <a:gd name="adj" fmla="val 7028"/>
              </a:avLst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137" name="그림 136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753052" y="3738305"/>
              <a:ext cx="243804" cy="207233"/>
            </a:xfrm>
            <a:prstGeom prst="rect">
              <a:avLst/>
            </a:prstGeom>
          </p:spPr>
        </p:pic>
        <p:pic>
          <p:nvPicPr>
            <p:cNvPr id="138" name="그림 137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449002" y="5400525"/>
              <a:ext cx="243804" cy="207233"/>
            </a:xfrm>
            <a:prstGeom prst="rect">
              <a:avLst/>
            </a:prstGeom>
          </p:spPr>
        </p:pic>
        <p:sp>
          <p:nvSpPr>
            <p:cNvPr id="139" name="TextBox 138"/>
            <p:cNvSpPr txBox="1"/>
            <p:nvPr/>
          </p:nvSpPr>
          <p:spPr>
            <a:xfrm>
              <a:off x="3639463" y="4745849"/>
              <a:ext cx="916947" cy="3382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799" dirty="0"/>
                <a:t>Application </a:t>
              </a:r>
            </a:p>
            <a:p>
              <a:pPr algn="ctr"/>
              <a:r>
                <a:rPr lang="en-US" altLang="ko-KR" sz="799" dirty="0"/>
                <a:t>(Core, Portal)</a:t>
              </a:r>
            </a:p>
          </p:txBody>
        </p:sp>
        <p:sp>
          <p:nvSpPr>
            <p:cNvPr id="140" name="모서리가 둥근 직사각형 139"/>
            <p:cNvSpPr/>
            <p:nvPr/>
          </p:nvSpPr>
          <p:spPr>
            <a:xfrm>
              <a:off x="1011808" y="2854606"/>
              <a:ext cx="8040624" cy="3657600"/>
            </a:xfrm>
            <a:prstGeom prst="roundRect">
              <a:avLst>
                <a:gd name="adj" fmla="val 1834"/>
              </a:avLst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1" name="자유형 140"/>
            <p:cNvSpPr/>
            <p:nvPr/>
          </p:nvSpPr>
          <p:spPr>
            <a:xfrm rot="5400000">
              <a:off x="5760384" y="4316231"/>
              <a:ext cx="1370482" cy="749883"/>
            </a:xfrm>
            <a:custGeom>
              <a:avLst/>
              <a:gdLst>
                <a:gd name="connsiteX0" fmla="*/ 0 w 1370482"/>
                <a:gd name="connsiteY0" fmla="*/ 544306 h 544306"/>
                <a:gd name="connsiteX1" fmla="*/ 539908 w 1370482"/>
                <a:gd name="connsiteY1" fmla="*/ 0 h 544306"/>
                <a:gd name="connsiteX2" fmla="*/ 817194 w 1370482"/>
                <a:gd name="connsiteY2" fmla="*/ 0 h 544306"/>
                <a:gd name="connsiteX3" fmla="*/ 1370482 w 1370482"/>
                <a:gd name="connsiteY3" fmla="*/ 544306 h 5443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70482" h="544306">
                  <a:moveTo>
                    <a:pt x="0" y="544306"/>
                  </a:moveTo>
                  <a:lnTo>
                    <a:pt x="539908" y="0"/>
                  </a:lnTo>
                  <a:lnTo>
                    <a:pt x="817194" y="0"/>
                  </a:lnTo>
                  <a:lnTo>
                    <a:pt x="1370482" y="544306"/>
                  </a:lnTo>
                  <a:close/>
                </a:path>
              </a:pathLst>
            </a:cu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142" name="그림 141"/>
            <p:cNvPicPr>
              <a:picLocks noChangeAspect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0534" t="890" r="2529" b="62768"/>
            <a:stretch/>
          </p:blipFill>
          <p:spPr>
            <a:xfrm>
              <a:off x="6700318" y="4362722"/>
              <a:ext cx="1098105" cy="703275"/>
            </a:xfrm>
            <a:prstGeom prst="rect">
              <a:avLst/>
            </a:prstGeom>
          </p:spPr>
        </p:pic>
        <p:sp>
          <p:nvSpPr>
            <p:cNvPr id="95" name="직사각형 94"/>
            <p:cNvSpPr/>
            <p:nvPr/>
          </p:nvSpPr>
          <p:spPr>
            <a:xfrm rot="16200000">
              <a:off x="7321592" y="2285994"/>
              <a:ext cx="713067" cy="2160602"/>
            </a:xfrm>
            <a:prstGeom prst="rect">
              <a:avLst/>
            </a:prstGeom>
            <a:noFill/>
            <a:ln w="5715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ea typeface="맑은 고딕" panose="020B0503020000020004" pitchFamily="50" charset="-127"/>
              </a:endParaRPr>
            </a:p>
          </p:txBody>
        </p:sp>
      </p:grpSp>
      <p:sp>
        <p:nvSpPr>
          <p:cNvPr id="35" name="사다리꼴 42"/>
          <p:cNvSpPr/>
          <p:nvPr/>
        </p:nvSpPr>
        <p:spPr>
          <a:xfrm rot="10800000">
            <a:off x="5536733" y="2424725"/>
            <a:ext cx="3485210" cy="576064"/>
          </a:xfrm>
          <a:custGeom>
            <a:avLst/>
            <a:gdLst>
              <a:gd name="connsiteX0" fmla="*/ 0 w 2974588"/>
              <a:gd name="connsiteY0" fmla="*/ 576064 h 576064"/>
              <a:gd name="connsiteX1" fmla="*/ 391862 w 2974588"/>
              <a:gd name="connsiteY1" fmla="*/ 0 h 576064"/>
              <a:gd name="connsiteX2" fmla="*/ 2582726 w 2974588"/>
              <a:gd name="connsiteY2" fmla="*/ 0 h 576064"/>
              <a:gd name="connsiteX3" fmla="*/ 2974588 w 2974588"/>
              <a:gd name="connsiteY3" fmla="*/ 576064 h 576064"/>
              <a:gd name="connsiteX4" fmla="*/ 0 w 2974588"/>
              <a:gd name="connsiteY4" fmla="*/ 576064 h 576064"/>
              <a:gd name="connsiteX0" fmla="*/ 0 w 2790030"/>
              <a:gd name="connsiteY0" fmla="*/ 592842 h 592842"/>
              <a:gd name="connsiteX1" fmla="*/ 207304 w 2790030"/>
              <a:gd name="connsiteY1" fmla="*/ 0 h 592842"/>
              <a:gd name="connsiteX2" fmla="*/ 2398168 w 2790030"/>
              <a:gd name="connsiteY2" fmla="*/ 0 h 592842"/>
              <a:gd name="connsiteX3" fmla="*/ 2790030 w 2790030"/>
              <a:gd name="connsiteY3" fmla="*/ 576064 h 592842"/>
              <a:gd name="connsiteX4" fmla="*/ 0 w 2790030"/>
              <a:gd name="connsiteY4" fmla="*/ 592842 h 592842"/>
              <a:gd name="connsiteX0" fmla="*/ 0 w 2773252"/>
              <a:gd name="connsiteY0" fmla="*/ 576064 h 576064"/>
              <a:gd name="connsiteX1" fmla="*/ 190526 w 2773252"/>
              <a:gd name="connsiteY1" fmla="*/ 0 h 576064"/>
              <a:gd name="connsiteX2" fmla="*/ 2381390 w 2773252"/>
              <a:gd name="connsiteY2" fmla="*/ 0 h 576064"/>
              <a:gd name="connsiteX3" fmla="*/ 2773252 w 2773252"/>
              <a:gd name="connsiteY3" fmla="*/ 576064 h 576064"/>
              <a:gd name="connsiteX4" fmla="*/ 0 w 2773252"/>
              <a:gd name="connsiteY4" fmla="*/ 576064 h 576064"/>
              <a:gd name="connsiteX0" fmla="*/ 0 w 2815197"/>
              <a:gd name="connsiteY0" fmla="*/ 576064 h 576064"/>
              <a:gd name="connsiteX1" fmla="*/ 232471 w 2815197"/>
              <a:gd name="connsiteY1" fmla="*/ 0 h 576064"/>
              <a:gd name="connsiteX2" fmla="*/ 2423335 w 2815197"/>
              <a:gd name="connsiteY2" fmla="*/ 0 h 576064"/>
              <a:gd name="connsiteX3" fmla="*/ 2815197 w 2815197"/>
              <a:gd name="connsiteY3" fmla="*/ 576064 h 576064"/>
              <a:gd name="connsiteX4" fmla="*/ 0 w 2815197"/>
              <a:gd name="connsiteY4" fmla="*/ 576064 h 576064"/>
              <a:gd name="connsiteX0" fmla="*/ 0 w 2831975"/>
              <a:gd name="connsiteY0" fmla="*/ 576064 h 576064"/>
              <a:gd name="connsiteX1" fmla="*/ 249249 w 2831975"/>
              <a:gd name="connsiteY1" fmla="*/ 0 h 576064"/>
              <a:gd name="connsiteX2" fmla="*/ 2440113 w 2831975"/>
              <a:gd name="connsiteY2" fmla="*/ 0 h 576064"/>
              <a:gd name="connsiteX3" fmla="*/ 2831975 w 2831975"/>
              <a:gd name="connsiteY3" fmla="*/ 576064 h 576064"/>
              <a:gd name="connsiteX4" fmla="*/ 0 w 2831975"/>
              <a:gd name="connsiteY4" fmla="*/ 576064 h 576064"/>
              <a:gd name="connsiteX0" fmla="*/ 0 w 5248004"/>
              <a:gd name="connsiteY0" fmla="*/ 576064 h 576064"/>
              <a:gd name="connsiteX1" fmla="*/ 249249 w 5248004"/>
              <a:gd name="connsiteY1" fmla="*/ 0 h 576064"/>
              <a:gd name="connsiteX2" fmla="*/ 2440113 w 5248004"/>
              <a:gd name="connsiteY2" fmla="*/ 0 h 576064"/>
              <a:gd name="connsiteX3" fmla="*/ 5248004 w 5248004"/>
              <a:gd name="connsiteY3" fmla="*/ 576064 h 576064"/>
              <a:gd name="connsiteX4" fmla="*/ 0 w 5248004"/>
              <a:gd name="connsiteY4" fmla="*/ 576064 h 576064"/>
              <a:gd name="connsiteX0" fmla="*/ 0 w 3771542"/>
              <a:gd name="connsiteY0" fmla="*/ 576064 h 576064"/>
              <a:gd name="connsiteX1" fmla="*/ 249249 w 3771542"/>
              <a:gd name="connsiteY1" fmla="*/ 0 h 576064"/>
              <a:gd name="connsiteX2" fmla="*/ 2440113 w 3771542"/>
              <a:gd name="connsiteY2" fmla="*/ 0 h 576064"/>
              <a:gd name="connsiteX3" fmla="*/ 3771542 w 3771542"/>
              <a:gd name="connsiteY3" fmla="*/ 576064 h 576064"/>
              <a:gd name="connsiteX4" fmla="*/ 0 w 3771542"/>
              <a:gd name="connsiteY4" fmla="*/ 576064 h 576064"/>
              <a:gd name="connsiteX0" fmla="*/ 0 w 3771542"/>
              <a:gd name="connsiteY0" fmla="*/ 576064 h 576064"/>
              <a:gd name="connsiteX1" fmla="*/ 249249 w 3771542"/>
              <a:gd name="connsiteY1" fmla="*/ 0 h 576064"/>
              <a:gd name="connsiteX2" fmla="*/ 2621677 w 3771542"/>
              <a:gd name="connsiteY2" fmla="*/ 0 h 576064"/>
              <a:gd name="connsiteX3" fmla="*/ 3771542 w 3771542"/>
              <a:gd name="connsiteY3" fmla="*/ 576064 h 576064"/>
              <a:gd name="connsiteX4" fmla="*/ 0 w 3771542"/>
              <a:gd name="connsiteY4" fmla="*/ 576064 h 5760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71542" h="576064">
                <a:moveTo>
                  <a:pt x="0" y="576064"/>
                </a:moveTo>
                <a:lnTo>
                  <a:pt x="249249" y="0"/>
                </a:lnTo>
                <a:lnTo>
                  <a:pt x="2621677" y="0"/>
                </a:lnTo>
                <a:lnTo>
                  <a:pt x="3771542" y="576064"/>
                </a:lnTo>
                <a:lnTo>
                  <a:pt x="0" y="576064"/>
                </a:lnTo>
                <a:close/>
              </a:path>
            </a:pathLst>
          </a:custGeom>
          <a:solidFill>
            <a:srgbClr val="D996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ea typeface="맑은 고딕" panose="020B0503020000020004" pitchFamily="50" charset="-127"/>
            </a:endParaRPr>
          </a:p>
        </p:txBody>
      </p:sp>
      <p:sp>
        <p:nvSpPr>
          <p:cNvPr id="38" name="사다리꼴 42"/>
          <p:cNvSpPr/>
          <p:nvPr/>
        </p:nvSpPr>
        <p:spPr>
          <a:xfrm rot="10800000">
            <a:off x="868551" y="2431569"/>
            <a:ext cx="3929952" cy="576064"/>
          </a:xfrm>
          <a:custGeom>
            <a:avLst/>
            <a:gdLst>
              <a:gd name="connsiteX0" fmla="*/ 0 w 2713548"/>
              <a:gd name="connsiteY0" fmla="*/ 576064 h 576064"/>
              <a:gd name="connsiteX1" fmla="*/ 375087 w 2713548"/>
              <a:gd name="connsiteY1" fmla="*/ 0 h 576064"/>
              <a:gd name="connsiteX2" fmla="*/ 2338461 w 2713548"/>
              <a:gd name="connsiteY2" fmla="*/ 0 h 576064"/>
              <a:gd name="connsiteX3" fmla="*/ 2713548 w 2713548"/>
              <a:gd name="connsiteY3" fmla="*/ 576064 h 576064"/>
              <a:gd name="connsiteX4" fmla="*/ 0 w 2713548"/>
              <a:gd name="connsiteY4" fmla="*/ 576064 h 576064"/>
              <a:gd name="connsiteX0" fmla="*/ 0 w 3929952"/>
              <a:gd name="connsiteY0" fmla="*/ 576064 h 576064"/>
              <a:gd name="connsiteX1" fmla="*/ 1591491 w 3929952"/>
              <a:gd name="connsiteY1" fmla="*/ 0 h 576064"/>
              <a:gd name="connsiteX2" fmla="*/ 3554865 w 3929952"/>
              <a:gd name="connsiteY2" fmla="*/ 0 h 576064"/>
              <a:gd name="connsiteX3" fmla="*/ 3929952 w 3929952"/>
              <a:gd name="connsiteY3" fmla="*/ 576064 h 576064"/>
              <a:gd name="connsiteX4" fmla="*/ 0 w 3929952"/>
              <a:gd name="connsiteY4" fmla="*/ 576064 h 5760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929952" h="576064">
                <a:moveTo>
                  <a:pt x="0" y="576064"/>
                </a:moveTo>
                <a:lnTo>
                  <a:pt x="1591491" y="0"/>
                </a:lnTo>
                <a:lnTo>
                  <a:pt x="3554865" y="0"/>
                </a:lnTo>
                <a:lnTo>
                  <a:pt x="3929952" y="576064"/>
                </a:lnTo>
                <a:lnTo>
                  <a:pt x="0" y="576064"/>
                </a:ln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ea typeface="맑은 고딕" panose="020B0503020000020004" pitchFamily="50" charset="-127"/>
            </a:endParaRPr>
          </a:p>
        </p:txBody>
      </p:sp>
      <p:sp>
        <p:nvSpPr>
          <p:cNvPr id="40" name="직사각형 39"/>
          <p:cNvSpPr/>
          <p:nvPr/>
        </p:nvSpPr>
        <p:spPr>
          <a:xfrm rot="16200000">
            <a:off x="1862563" y="2378671"/>
            <a:ext cx="713067" cy="1970994"/>
          </a:xfrm>
          <a:prstGeom prst="rect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721170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557195" indent="-557195">
              <a:buFont typeface="+mj-lt"/>
              <a:buAutoNum type="romanUcPeriod" startAt="2"/>
            </a:pPr>
            <a:r>
              <a:rPr lang="ko-KR" altLang="en-US" dirty="0" smtClean="0"/>
              <a:t>개발 </a:t>
            </a:r>
            <a:r>
              <a:rPr lang="en-US" altLang="ko-KR" dirty="0" smtClean="0"/>
              <a:t>SCOPE &amp; </a:t>
            </a:r>
            <a:r>
              <a:rPr lang="ko-KR" altLang="en-US" dirty="0" smtClean="0"/>
              <a:t>산출물</a:t>
            </a:r>
            <a:endParaRPr lang="ko-KR" altLang="en-US" dirty="0"/>
          </a:p>
        </p:txBody>
      </p:sp>
      <p:sp>
        <p:nvSpPr>
          <p:cNvPr id="94" name="Text Box 9">
            <a:extLst>
              <a:ext uri="{FF2B5EF4-FFF2-40B4-BE49-F238E27FC236}">
                <a16:creationId xmlns:a16="http://schemas.microsoft.com/office/drawing/2014/main" xmlns="" id="{3BA71119-10A0-473B-AF57-B35AF29CFF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1" y="991761"/>
            <a:ext cx="3879229" cy="276999"/>
          </a:xfrm>
          <a:prstGeom prst="rect">
            <a:avLst/>
          </a:prstGeom>
          <a:noFill/>
        </p:spPr>
        <p:txBody>
          <a:bodyPr wrap="square" lIns="36000" tIns="0" rIns="36000" bIns="0" rtlCol="0">
            <a:spAutoFit/>
            <a:scene3d>
              <a:camera prst="orthographicFront"/>
              <a:lightRig rig="threePt" dir="t"/>
            </a:scene3d>
            <a:sp3d extrusionH="6350"/>
          </a:bodyPr>
          <a:lstStyle>
            <a:defPPr>
              <a:defRPr lang="ko-KR"/>
            </a:defPPr>
            <a:lvl1pPr algn="ctr" latinLnBrk="0">
              <a:spcBef>
                <a:spcPct val="0"/>
              </a:spcBef>
              <a:buClr>
                <a:srgbClr val="0085CD"/>
              </a:buClr>
              <a:buSzPct val="120000"/>
              <a:defRPr sz="1400">
                <a:solidFill>
                  <a:srgbClr val="545045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Arial" charset="0"/>
              </a:defRPr>
            </a:lvl1pPr>
          </a:lstStyle>
          <a:p>
            <a:pPr algn="l"/>
            <a:r>
              <a:rPr lang="en-US" altLang="ko-KR" sz="18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1) </a:t>
            </a:r>
            <a:r>
              <a:rPr lang="ko-KR" altLang="en-US" sz="1800" b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관리자 </a:t>
            </a:r>
            <a:r>
              <a:rPr lang="ko-KR" altLang="en-US" sz="18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기능</a:t>
            </a:r>
            <a:endParaRPr lang="en-US" altLang="ko-KR" sz="18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5" name="Text Box 9">
            <a:extLst>
              <a:ext uri="{FF2B5EF4-FFF2-40B4-BE49-F238E27FC236}">
                <a16:creationId xmlns:a16="http://schemas.microsoft.com/office/drawing/2014/main" xmlns="" id="{EA59EF7C-F77A-413A-AEA3-2B2B37BAA1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67240" y="797442"/>
            <a:ext cx="2514698" cy="307777"/>
          </a:xfrm>
          <a:prstGeom prst="rect">
            <a:avLst/>
          </a:prstGeom>
          <a:noFill/>
        </p:spPr>
        <p:txBody>
          <a:bodyPr wrap="square" lIns="36000" tIns="0" rIns="36000" bIns="0" rtlCol="0">
            <a:spAutoFit/>
            <a:scene3d>
              <a:camera prst="orthographicFront"/>
              <a:lightRig rig="threePt" dir="t"/>
            </a:scene3d>
            <a:sp3d extrusionH="6350"/>
          </a:bodyPr>
          <a:lstStyle>
            <a:defPPr>
              <a:defRPr lang="ko-KR"/>
            </a:defPPr>
            <a:lvl1pPr algn="ctr" latinLnBrk="0">
              <a:spcBef>
                <a:spcPct val="0"/>
              </a:spcBef>
              <a:buClr>
                <a:srgbClr val="0085CD"/>
              </a:buClr>
              <a:buSzPct val="120000"/>
              <a:defRPr sz="1400">
                <a:solidFill>
                  <a:srgbClr val="545045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Arial" charset="0"/>
              </a:defRPr>
            </a:lvl1pPr>
          </a:lstStyle>
          <a:p>
            <a:pPr algn="l"/>
            <a:r>
              <a:rPr lang="en-US" altLang="ko-KR" sz="2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Ex) </a:t>
            </a:r>
            <a:r>
              <a:rPr lang="ko-KR" altLang="en-US" sz="2000" b="1">
                <a:latin typeface="맑은 고딕" panose="020B0503020000020004" pitchFamily="50" charset="-127"/>
                <a:ea typeface="맑은 고딕" panose="020B0503020000020004" pitchFamily="50" charset="-127"/>
              </a:rPr>
              <a:t>회의실 </a:t>
            </a:r>
            <a:r>
              <a:rPr lang="ko-KR" altLang="en-US" sz="2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설정 순서</a:t>
            </a:r>
            <a:endParaRPr lang="en-US" altLang="ko-KR" sz="20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6" name="순서도: 수행의 시작/종료 95">
            <a:extLst>
              <a:ext uri="{FF2B5EF4-FFF2-40B4-BE49-F238E27FC236}">
                <a16:creationId xmlns:a16="http://schemas.microsoft.com/office/drawing/2014/main" xmlns="" id="{71556AF0-D3C9-44E5-98DA-B7B569E09205}"/>
              </a:ext>
            </a:extLst>
          </p:cNvPr>
          <p:cNvSpPr/>
          <p:nvPr/>
        </p:nvSpPr>
        <p:spPr>
          <a:xfrm>
            <a:off x="5983357" y="1386509"/>
            <a:ext cx="2753139" cy="417444"/>
          </a:xfrm>
          <a:prstGeom prst="flowChartTermina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ea typeface="맑은 고딕" panose="020B0503020000020004" pitchFamily="50" charset="-127"/>
              </a:rPr>
              <a:t>관리자 로그인</a:t>
            </a:r>
          </a:p>
        </p:txBody>
      </p:sp>
      <p:sp>
        <p:nvSpPr>
          <p:cNvPr id="97" name="순서도: 수행의 시작/종료 96">
            <a:extLst>
              <a:ext uri="{FF2B5EF4-FFF2-40B4-BE49-F238E27FC236}">
                <a16:creationId xmlns:a16="http://schemas.microsoft.com/office/drawing/2014/main" xmlns="" id="{A0A56462-D15B-4B9B-91AB-EB0589A1647F}"/>
              </a:ext>
            </a:extLst>
          </p:cNvPr>
          <p:cNvSpPr/>
          <p:nvPr/>
        </p:nvSpPr>
        <p:spPr>
          <a:xfrm>
            <a:off x="5983356" y="2015985"/>
            <a:ext cx="2753139" cy="417444"/>
          </a:xfrm>
          <a:prstGeom prst="flowChartTermina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 smtClean="0">
                <a:ea typeface="맑은 고딕" panose="020B0503020000020004" pitchFamily="50" charset="-127"/>
              </a:rPr>
              <a:t>사무실 별 설정 </a:t>
            </a:r>
            <a:r>
              <a:rPr lang="ko-KR" altLang="en-US" sz="1600" dirty="0">
                <a:ea typeface="맑은 고딕" panose="020B0503020000020004" pitchFamily="50" charset="-127"/>
              </a:rPr>
              <a:t>선택</a:t>
            </a:r>
          </a:p>
        </p:txBody>
      </p:sp>
      <p:sp>
        <p:nvSpPr>
          <p:cNvPr id="98" name="순서도: 수행의 시작/종료 97">
            <a:extLst>
              <a:ext uri="{FF2B5EF4-FFF2-40B4-BE49-F238E27FC236}">
                <a16:creationId xmlns:a16="http://schemas.microsoft.com/office/drawing/2014/main" xmlns="" id="{BCEED493-8A6A-4BAE-AA69-FA64B9BC9591}"/>
              </a:ext>
            </a:extLst>
          </p:cNvPr>
          <p:cNvSpPr/>
          <p:nvPr/>
        </p:nvSpPr>
        <p:spPr>
          <a:xfrm>
            <a:off x="5983351" y="2644760"/>
            <a:ext cx="2753139" cy="417444"/>
          </a:xfrm>
          <a:prstGeom prst="flowChartTermina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ea typeface="맑은 고딕" panose="020B0503020000020004" pitchFamily="50" charset="-127"/>
              </a:rPr>
              <a:t>층별 도면 선택 </a:t>
            </a:r>
          </a:p>
        </p:txBody>
      </p:sp>
      <p:sp>
        <p:nvSpPr>
          <p:cNvPr id="99" name="순서도: 수행의 시작/종료 98">
            <a:extLst>
              <a:ext uri="{FF2B5EF4-FFF2-40B4-BE49-F238E27FC236}">
                <a16:creationId xmlns:a16="http://schemas.microsoft.com/office/drawing/2014/main" xmlns="" id="{DF5BBCB2-2071-43BE-B6CF-092653F246BE}"/>
              </a:ext>
            </a:extLst>
          </p:cNvPr>
          <p:cNvSpPr/>
          <p:nvPr/>
        </p:nvSpPr>
        <p:spPr>
          <a:xfrm>
            <a:off x="5983355" y="3332408"/>
            <a:ext cx="2753139" cy="648850"/>
          </a:xfrm>
          <a:prstGeom prst="flowChartTermina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 smtClean="0">
                <a:ea typeface="맑은 고딕" panose="020B0503020000020004" pitchFamily="50" charset="-127"/>
              </a:rPr>
              <a:t>사무실 좌석 </a:t>
            </a:r>
            <a:r>
              <a:rPr lang="ko-KR" altLang="en-US" sz="1600" dirty="0">
                <a:ea typeface="맑은 고딕" panose="020B0503020000020004" pitchFamily="50" charset="-127"/>
              </a:rPr>
              <a:t>정의</a:t>
            </a:r>
            <a:endParaRPr lang="en-US" altLang="ko-KR" sz="1600" dirty="0">
              <a:ea typeface="맑은 고딕" panose="020B0503020000020004" pitchFamily="50" charset="-127"/>
            </a:endParaRPr>
          </a:p>
          <a:p>
            <a:pPr algn="ctr"/>
            <a:r>
              <a:rPr lang="en-US" altLang="ko-KR" sz="1400" dirty="0">
                <a:ea typeface="맑은 고딕" panose="020B0503020000020004" pitchFamily="50" charset="-127"/>
              </a:rPr>
              <a:t>(</a:t>
            </a:r>
            <a:r>
              <a:rPr lang="ko-KR" altLang="en-US" sz="1400">
                <a:ea typeface="맑은 고딕" panose="020B0503020000020004" pitchFamily="50" charset="-127"/>
              </a:rPr>
              <a:t>영역</a:t>
            </a:r>
            <a:r>
              <a:rPr lang="en-US" altLang="ko-KR" sz="1400" dirty="0">
                <a:ea typeface="맑은 고딕" panose="020B0503020000020004" pitchFamily="50" charset="-127"/>
              </a:rPr>
              <a:t>, </a:t>
            </a:r>
            <a:r>
              <a:rPr lang="ko-KR" altLang="en-US" sz="1400">
                <a:ea typeface="맑은 고딕" panose="020B0503020000020004" pitchFamily="50" charset="-127"/>
              </a:rPr>
              <a:t>인원수</a:t>
            </a:r>
            <a:r>
              <a:rPr lang="en-US" altLang="ko-KR" sz="1400" dirty="0">
                <a:ea typeface="맑은 고딕" panose="020B0503020000020004" pitchFamily="50" charset="-127"/>
              </a:rPr>
              <a:t>, </a:t>
            </a:r>
            <a:r>
              <a:rPr lang="ko-KR" altLang="en-US" sz="1400">
                <a:ea typeface="맑은 고딕" panose="020B0503020000020004" pitchFamily="50" charset="-127"/>
              </a:rPr>
              <a:t>부가 장비 등</a:t>
            </a:r>
            <a:r>
              <a:rPr lang="en-US" altLang="ko-KR" sz="1400" dirty="0">
                <a:ea typeface="맑은 고딕" panose="020B0503020000020004" pitchFamily="50" charset="-127"/>
              </a:rPr>
              <a:t>)</a:t>
            </a:r>
            <a:endParaRPr lang="ko-KR" altLang="en-US" sz="1400" dirty="0">
              <a:ea typeface="맑은 고딕" panose="020B0503020000020004" pitchFamily="50" charset="-127"/>
            </a:endParaRPr>
          </a:p>
        </p:txBody>
      </p:sp>
      <p:sp>
        <p:nvSpPr>
          <p:cNvPr id="100" name="순서도: 판단 99">
            <a:extLst>
              <a:ext uri="{FF2B5EF4-FFF2-40B4-BE49-F238E27FC236}">
                <a16:creationId xmlns:a16="http://schemas.microsoft.com/office/drawing/2014/main" xmlns="" id="{87E553EB-0AC4-4F59-9433-76E452108AAD}"/>
              </a:ext>
            </a:extLst>
          </p:cNvPr>
          <p:cNvSpPr/>
          <p:nvPr/>
        </p:nvSpPr>
        <p:spPr>
          <a:xfrm>
            <a:off x="5983351" y="4472245"/>
            <a:ext cx="2753139" cy="626165"/>
          </a:xfrm>
          <a:prstGeom prst="flowChartDecis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ea typeface="맑은 고딕" panose="020B0503020000020004" pitchFamily="50" charset="-127"/>
              </a:rPr>
              <a:t>종료</a:t>
            </a:r>
          </a:p>
        </p:txBody>
      </p:sp>
      <p:sp>
        <p:nvSpPr>
          <p:cNvPr id="101" name="순서도: 수행의 시작/종료 100">
            <a:extLst>
              <a:ext uri="{FF2B5EF4-FFF2-40B4-BE49-F238E27FC236}">
                <a16:creationId xmlns:a16="http://schemas.microsoft.com/office/drawing/2014/main" xmlns="" id="{99EDFB1F-C6D1-4E0D-847C-4B8F82B0AB99}"/>
              </a:ext>
            </a:extLst>
          </p:cNvPr>
          <p:cNvSpPr/>
          <p:nvPr/>
        </p:nvSpPr>
        <p:spPr>
          <a:xfrm>
            <a:off x="5983352" y="5518465"/>
            <a:ext cx="2753139" cy="417444"/>
          </a:xfrm>
          <a:prstGeom prst="flowChartTermina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ea typeface="맑은 고딕" panose="020B0503020000020004" pitchFamily="50" charset="-127"/>
              </a:rPr>
              <a:t>예약 완료</a:t>
            </a:r>
          </a:p>
        </p:txBody>
      </p:sp>
      <p:cxnSp>
        <p:nvCxnSpPr>
          <p:cNvPr id="102" name="직선 화살표 연결선 101">
            <a:extLst>
              <a:ext uri="{FF2B5EF4-FFF2-40B4-BE49-F238E27FC236}">
                <a16:creationId xmlns:a16="http://schemas.microsoft.com/office/drawing/2014/main" xmlns="" id="{AFA69790-FD89-4859-A5F0-B4C84FAAD266}"/>
              </a:ext>
            </a:extLst>
          </p:cNvPr>
          <p:cNvCxnSpPr>
            <a:cxnSpLocks/>
            <a:stCxn id="96" idx="2"/>
            <a:endCxn id="97" idx="0"/>
          </p:cNvCxnSpPr>
          <p:nvPr/>
        </p:nvCxnSpPr>
        <p:spPr>
          <a:xfrm flipH="1">
            <a:off x="7359926" y="1803953"/>
            <a:ext cx="1" cy="21203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직선 화살표 연결선 102">
            <a:extLst>
              <a:ext uri="{FF2B5EF4-FFF2-40B4-BE49-F238E27FC236}">
                <a16:creationId xmlns:a16="http://schemas.microsoft.com/office/drawing/2014/main" xmlns="" id="{AB0A59AF-38FA-4DD3-BA20-EB75BC243739}"/>
              </a:ext>
            </a:extLst>
          </p:cNvPr>
          <p:cNvCxnSpPr>
            <a:cxnSpLocks/>
          </p:cNvCxnSpPr>
          <p:nvPr/>
        </p:nvCxnSpPr>
        <p:spPr>
          <a:xfrm flipH="1">
            <a:off x="7369857" y="2434931"/>
            <a:ext cx="1" cy="21203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직선 화살표 연결선 103">
            <a:extLst>
              <a:ext uri="{FF2B5EF4-FFF2-40B4-BE49-F238E27FC236}">
                <a16:creationId xmlns:a16="http://schemas.microsoft.com/office/drawing/2014/main" xmlns="" id="{F5D9F6AE-4DEB-43EF-96A6-ACE4569F61D9}"/>
              </a:ext>
            </a:extLst>
          </p:cNvPr>
          <p:cNvCxnSpPr>
            <a:cxnSpLocks/>
          </p:cNvCxnSpPr>
          <p:nvPr/>
        </p:nvCxnSpPr>
        <p:spPr>
          <a:xfrm flipH="1">
            <a:off x="7353302" y="3059598"/>
            <a:ext cx="1" cy="21203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직선 화살표 연결선 104">
            <a:extLst>
              <a:ext uri="{FF2B5EF4-FFF2-40B4-BE49-F238E27FC236}">
                <a16:creationId xmlns:a16="http://schemas.microsoft.com/office/drawing/2014/main" xmlns="" id="{15D4E9C3-B61A-4305-874B-FEDD5028F2F0}"/>
              </a:ext>
            </a:extLst>
          </p:cNvPr>
          <p:cNvCxnSpPr>
            <a:cxnSpLocks/>
            <a:stCxn id="99" idx="2"/>
            <a:endCxn id="100" idx="0"/>
          </p:cNvCxnSpPr>
          <p:nvPr/>
        </p:nvCxnSpPr>
        <p:spPr>
          <a:xfrm flipH="1">
            <a:off x="7359921" y="3981258"/>
            <a:ext cx="3" cy="49098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직선 화살표 연결선 105">
            <a:extLst>
              <a:ext uri="{FF2B5EF4-FFF2-40B4-BE49-F238E27FC236}">
                <a16:creationId xmlns:a16="http://schemas.microsoft.com/office/drawing/2014/main" xmlns="" id="{F80D22E1-19A5-472E-A4ED-26A864F087EF}"/>
              </a:ext>
            </a:extLst>
          </p:cNvPr>
          <p:cNvCxnSpPr>
            <a:cxnSpLocks/>
            <a:endCxn id="101" idx="0"/>
          </p:cNvCxnSpPr>
          <p:nvPr/>
        </p:nvCxnSpPr>
        <p:spPr>
          <a:xfrm>
            <a:off x="7359921" y="5108896"/>
            <a:ext cx="0" cy="40956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직선 연결선 106">
            <a:extLst>
              <a:ext uri="{FF2B5EF4-FFF2-40B4-BE49-F238E27FC236}">
                <a16:creationId xmlns:a16="http://schemas.microsoft.com/office/drawing/2014/main" xmlns="" id="{ACC72C29-25A9-45FB-A3F1-D015FFE893C4}"/>
              </a:ext>
            </a:extLst>
          </p:cNvPr>
          <p:cNvCxnSpPr>
            <a:cxnSpLocks/>
          </p:cNvCxnSpPr>
          <p:nvPr/>
        </p:nvCxnSpPr>
        <p:spPr>
          <a:xfrm flipV="1">
            <a:off x="8675377" y="4784559"/>
            <a:ext cx="494062" cy="1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직선 연결선 107">
            <a:extLst>
              <a:ext uri="{FF2B5EF4-FFF2-40B4-BE49-F238E27FC236}">
                <a16:creationId xmlns:a16="http://schemas.microsoft.com/office/drawing/2014/main" xmlns="" id="{852638AC-F7DD-454A-8730-22CDAA98694E}"/>
              </a:ext>
            </a:extLst>
          </p:cNvPr>
          <p:cNvCxnSpPr>
            <a:cxnSpLocks/>
          </p:cNvCxnSpPr>
          <p:nvPr/>
        </p:nvCxnSpPr>
        <p:spPr>
          <a:xfrm flipV="1">
            <a:off x="9190056" y="2853484"/>
            <a:ext cx="0" cy="1931075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직선 화살표 연결선 108">
            <a:extLst>
              <a:ext uri="{FF2B5EF4-FFF2-40B4-BE49-F238E27FC236}">
                <a16:creationId xmlns:a16="http://schemas.microsoft.com/office/drawing/2014/main" xmlns="" id="{7889E317-2249-4352-A115-C3D2D92ECFA9}"/>
              </a:ext>
            </a:extLst>
          </p:cNvPr>
          <p:cNvCxnSpPr>
            <a:cxnSpLocks/>
            <a:endCxn id="98" idx="3"/>
          </p:cNvCxnSpPr>
          <p:nvPr/>
        </p:nvCxnSpPr>
        <p:spPr>
          <a:xfrm flipH="1">
            <a:off x="8736489" y="2853482"/>
            <a:ext cx="474186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" name="TextBox 109">
            <a:extLst>
              <a:ext uri="{FF2B5EF4-FFF2-40B4-BE49-F238E27FC236}">
                <a16:creationId xmlns:a16="http://schemas.microsoft.com/office/drawing/2014/main" xmlns="" id="{6B467296-054B-4E9E-8138-BEEDF5AB0340}"/>
              </a:ext>
            </a:extLst>
          </p:cNvPr>
          <p:cNvSpPr txBox="1"/>
          <p:nvPr/>
        </p:nvSpPr>
        <p:spPr>
          <a:xfrm>
            <a:off x="7736409" y="5098410"/>
            <a:ext cx="5084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ea typeface="맑은 고딕" panose="020B0503020000020004" pitchFamily="50" charset="-127"/>
              </a:rPr>
              <a:t>OK</a:t>
            </a:r>
            <a:endParaRPr lang="ko-KR" altLang="en-US" dirty="0">
              <a:ea typeface="맑은 고딕" panose="020B0503020000020004" pitchFamily="50" charset="-127"/>
            </a:endParaRP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xmlns="" id="{4C952A95-07DF-40FD-B218-10952F1E7849}"/>
              </a:ext>
            </a:extLst>
          </p:cNvPr>
          <p:cNvSpPr txBox="1"/>
          <p:nvPr/>
        </p:nvSpPr>
        <p:spPr>
          <a:xfrm>
            <a:off x="9225574" y="3611925"/>
            <a:ext cx="5245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ea typeface="맑은 고딕" panose="020B0503020000020004" pitchFamily="50" charset="-127"/>
              </a:rPr>
              <a:t>NG</a:t>
            </a:r>
            <a:endParaRPr lang="ko-KR" altLang="en-US" dirty="0">
              <a:ea typeface="맑은 고딕" panose="020B0503020000020004" pitchFamily="50" charset="-127"/>
            </a:endParaRPr>
          </a:p>
        </p:txBody>
      </p:sp>
      <p:sp>
        <p:nvSpPr>
          <p:cNvPr id="112" name="직사각형 111"/>
          <p:cNvSpPr/>
          <p:nvPr/>
        </p:nvSpPr>
        <p:spPr>
          <a:xfrm>
            <a:off x="342071" y="1426412"/>
            <a:ext cx="4610930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관리자 화면에서는 </a:t>
            </a:r>
            <a:r>
              <a:rPr lang="ko-KR" altLang="en-US" sz="16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사무실 좌석 사용과 </a:t>
            </a:r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관련한 설정을 하고 관리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600">
                <a:latin typeface="맑은 고딕" panose="020B0503020000020004" pitchFamily="50" charset="-127"/>
                <a:ea typeface="맑은 고딕" panose="020B0503020000020004" pitchFamily="50" charset="-127"/>
              </a:rPr>
              <a:t>이력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1600">
                <a:latin typeface="맑은 고딕" panose="020B0503020000020004" pitchFamily="50" charset="-127"/>
                <a:ea typeface="맑은 고딕" panose="020B0503020000020004" pitchFamily="50" charset="-127"/>
              </a:rPr>
              <a:t>통계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r>
              <a:rPr lang="ko-KR" altLang="en-US" sz="1600">
                <a:latin typeface="맑은 고딕" panose="020B0503020000020004" pitchFamily="50" charset="-127"/>
                <a:ea typeface="맑은 고딕" panose="020B0503020000020004" pitchFamily="50" charset="-127"/>
              </a:rPr>
              <a:t>기능을 제공</a:t>
            </a:r>
            <a:endParaRPr lang="en-US" altLang="ko-KR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endParaRPr lang="en-US" altLang="ko-KR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85749" indent="-285749">
              <a:lnSpc>
                <a:spcPct val="150000"/>
              </a:lnSpc>
              <a:buFontTx/>
              <a:buChar char="-"/>
            </a:pPr>
            <a:r>
              <a:rPr lang="ko-KR" altLang="en-US" sz="1400" dirty="0">
                <a:ea typeface="맑은 고딕" panose="020B0503020000020004" pitchFamily="50" charset="-127"/>
              </a:rPr>
              <a:t>사용자 등록</a:t>
            </a:r>
            <a:r>
              <a:rPr lang="en-US" altLang="ko-KR" sz="1400" dirty="0">
                <a:ea typeface="맑은 고딕" panose="020B0503020000020004" pitchFamily="50" charset="-127"/>
              </a:rPr>
              <a:t>/</a:t>
            </a:r>
            <a:r>
              <a:rPr lang="ko-KR" altLang="en-US" sz="1400">
                <a:ea typeface="맑은 고딕" panose="020B0503020000020004" pitchFamily="50" charset="-127"/>
              </a:rPr>
              <a:t>삭제</a:t>
            </a:r>
            <a:r>
              <a:rPr lang="en-US" altLang="ko-KR" sz="1400" dirty="0">
                <a:ea typeface="맑은 고딕" panose="020B0503020000020004" pitchFamily="50" charset="-127"/>
              </a:rPr>
              <a:t>/</a:t>
            </a:r>
            <a:r>
              <a:rPr lang="ko-KR" altLang="en-US" sz="1400">
                <a:ea typeface="맑은 고딕" panose="020B0503020000020004" pitchFamily="50" charset="-127"/>
              </a:rPr>
              <a:t>조회 관리</a:t>
            </a:r>
            <a:endParaRPr lang="en-US" altLang="ko-KR" sz="1400" dirty="0">
              <a:ea typeface="맑은 고딕" panose="020B0503020000020004" pitchFamily="50" charset="-127"/>
            </a:endParaRPr>
          </a:p>
          <a:p>
            <a:pPr marL="285749" indent="-285749">
              <a:lnSpc>
                <a:spcPct val="150000"/>
              </a:lnSpc>
              <a:buFontTx/>
              <a:buChar char="-"/>
            </a:pPr>
            <a:r>
              <a:rPr lang="ko-KR" altLang="en-US" sz="1400" dirty="0">
                <a:ea typeface="맑은 고딕" panose="020B0503020000020004" pitchFamily="50" charset="-127"/>
              </a:rPr>
              <a:t>사용자 사용 권한 관리 </a:t>
            </a:r>
            <a:endParaRPr lang="en-US" altLang="ko-KR" sz="1400" dirty="0">
              <a:ea typeface="맑은 고딕" panose="020B0503020000020004" pitchFamily="50" charset="-127"/>
            </a:endParaRPr>
          </a:p>
          <a:p>
            <a:pPr marL="285749" indent="-285749">
              <a:lnSpc>
                <a:spcPct val="150000"/>
              </a:lnSpc>
              <a:buFontTx/>
              <a:buChar char="-"/>
            </a:pPr>
            <a:r>
              <a:rPr lang="ko-KR" altLang="en-US" sz="1400" dirty="0" smtClean="0">
                <a:ea typeface="맑은 고딕" panose="020B0503020000020004" pitchFamily="50" charset="-127"/>
              </a:rPr>
              <a:t>사무실 별 좌석 </a:t>
            </a:r>
            <a:r>
              <a:rPr lang="ko-KR" altLang="en-US" sz="1400" dirty="0">
                <a:ea typeface="맑은 고딕" panose="020B0503020000020004" pitchFamily="50" charset="-127"/>
              </a:rPr>
              <a:t>설정</a:t>
            </a:r>
            <a:r>
              <a:rPr lang="en-US" altLang="ko-KR" sz="1400" dirty="0">
                <a:ea typeface="맑은 고딕" panose="020B0503020000020004" pitchFamily="50" charset="-127"/>
              </a:rPr>
              <a:t>/</a:t>
            </a:r>
            <a:r>
              <a:rPr lang="ko-KR" altLang="en-US" sz="1400">
                <a:ea typeface="맑은 고딕" panose="020B0503020000020004" pitchFamily="50" charset="-127"/>
              </a:rPr>
              <a:t>예약</a:t>
            </a:r>
            <a:r>
              <a:rPr lang="en-US" altLang="ko-KR" sz="1400" dirty="0">
                <a:ea typeface="맑은 고딕" panose="020B0503020000020004" pitchFamily="50" charset="-127"/>
              </a:rPr>
              <a:t>/</a:t>
            </a:r>
            <a:r>
              <a:rPr lang="ko-KR" altLang="en-US" sz="1400">
                <a:ea typeface="맑은 고딕" panose="020B0503020000020004" pitchFamily="50" charset="-127"/>
              </a:rPr>
              <a:t>레이아웃</a:t>
            </a:r>
            <a:r>
              <a:rPr lang="en-US" altLang="ko-KR" sz="1400" dirty="0">
                <a:ea typeface="맑은 고딕" panose="020B0503020000020004" pitchFamily="50" charset="-127"/>
              </a:rPr>
              <a:t> </a:t>
            </a:r>
            <a:r>
              <a:rPr lang="ko-KR" altLang="en-US" sz="1400">
                <a:ea typeface="맑은 고딕" panose="020B0503020000020004" pitchFamily="50" charset="-127"/>
              </a:rPr>
              <a:t>관리 </a:t>
            </a:r>
            <a:endParaRPr lang="en-US" altLang="ko-KR" sz="1400" dirty="0">
              <a:ea typeface="맑은 고딕" panose="020B0503020000020004" pitchFamily="50" charset="-127"/>
            </a:endParaRPr>
          </a:p>
          <a:p>
            <a:pPr marL="285749" indent="-285749">
              <a:lnSpc>
                <a:spcPct val="150000"/>
              </a:lnSpc>
              <a:buFontTx/>
              <a:buChar char="-"/>
            </a:pPr>
            <a:r>
              <a:rPr lang="ko-KR" altLang="en-US" sz="1400" dirty="0">
                <a:ea typeface="맑은 고딕" panose="020B0503020000020004" pitchFamily="50" charset="-127"/>
              </a:rPr>
              <a:t>이력</a:t>
            </a:r>
            <a:r>
              <a:rPr lang="en-US" altLang="ko-KR" sz="1400" dirty="0">
                <a:ea typeface="맑은 고딕" panose="020B0503020000020004" pitchFamily="50" charset="-127"/>
              </a:rPr>
              <a:t>, </a:t>
            </a:r>
            <a:r>
              <a:rPr lang="ko-KR" altLang="en-US" sz="1400">
                <a:ea typeface="맑은 고딕" panose="020B0503020000020004" pitchFamily="50" charset="-127"/>
              </a:rPr>
              <a:t>통계 </a:t>
            </a:r>
            <a:endParaRPr lang="en-US" altLang="ko-KR" sz="1400" dirty="0">
              <a:ea typeface="맑은 고딕" panose="020B0503020000020004" pitchFamily="50" charset="-127"/>
            </a:endParaRPr>
          </a:p>
          <a:p>
            <a:pPr marL="285749" indent="-285749">
              <a:lnSpc>
                <a:spcPct val="150000"/>
              </a:lnSpc>
              <a:buFontTx/>
              <a:buChar char="-"/>
            </a:pPr>
            <a:r>
              <a:rPr lang="en-US" altLang="ko-KR" sz="1400" dirty="0">
                <a:ea typeface="맑은 고딕" panose="020B0503020000020004" pitchFamily="50" charset="-127"/>
              </a:rPr>
              <a:t>ESL </a:t>
            </a:r>
            <a:r>
              <a:rPr lang="ko-KR" altLang="en-US" sz="1400">
                <a:ea typeface="맑은 고딕" panose="020B0503020000020004" pitchFamily="50" charset="-127"/>
              </a:rPr>
              <a:t>장치 관리 </a:t>
            </a:r>
            <a:endParaRPr lang="en-US" altLang="ko-KR" sz="1400" dirty="0">
              <a:ea typeface="맑은 고딕" panose="020B0503020000020004" pitchFamily="50" charset="-127"/>
            </a:endParaRPr>
          </a:p>
          <a:p>
            <a:pPr marL="285749" indent="-285749">
              <a:lnSpc>
                <a:spcPct val="150000"/>
              </a:lnSpc>
              <a:buFontTx/>
              <a:buChar char="-"/>
            </a:pPr>
            <a:r>
              <a:rPr lang="ko-KR" altLang="en-US" sz="1400" dirty="0">
                <a:ea typeface="맑은 고딕" panose="020B0503020000020004" pitchFamily="50" charset="-127"/>
              </a:rPr>
              <a:t>정책관리</a:t>
            </a:r>
            <a:endParaRPr lang="en-US" altLang="ko-KR" sz="1400" dirty="0"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585019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557195" indent="-557195">
              <a:buFont typeface="+mj-lt"/>
              <a:buAutoNum type="romanUcPeriod" startAt="2"/>
            </a:pPr>
            <a:r>
              <a:rPr lang="ko-KR" altLang="en-US" dirty="0" smtClean="0"/>
              <a:t>개발 </a:t>
            </a:r>
            <a:r>
              <a:rPr lang="en-US" altLang="ko-KR" dirty="0" smtClean="0"/>
              <a:t>SCOPE &amp; </a:t>
            </a:r>
            <a:r>
              <a:rPr lang="ko-KR" altLang="en-US" dirty="0" smtClean="0"/>
              <a:t>산출물</a:t>
            </a:r>
            <a:endParaRPr lang="ko-KR" altLang="en-US" dirty="0"/>
          </a:p>
        </p:txBody>
      </p:sp>
      <p:sp>
        <p:nvSpPr>
          <p:cNvPr id="22" name="Text Box 9">
            <a:extLst>
              <a:ext uri="{FF2B5EF4-FFF2-40B4-BE49-F238E27FC236}">
                <a16:creationId xmlns:a16="http://schemas.microsoft.com/office/drawing/2014/main" xmlns="" id="{3BA71119-10A0-473B-AF57-B35AF29CFF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1" y="991761"/>
            <a:ext cx="3879229" cy="276999"/>
          </a:xfrm>
          <a:prstGeom prst="rect">
            <a:avLst/>
          </a:prstGeom>
          <a:noFill/>
        </p:spPr>
        <p:txBody>
          <a:bodyPr wrap="square" lIns="36000" tIns="0" rIns="36000" bIns="0" rtlCol="0">
            <a:spAutoFit/>
            <a:scene3d>
              <a:camera prst="orthographicFront"/>
              <a:lightRig rig="threePt" dir="t"/>
            </a:scene3d>
            <a:sp3d extrusionH="6350"/>
          </a:bodyPr>
          <a:lstStyle>
            <a:defPPr>
              <a:defRPr lang="ko-KR"/>
            </a:defPPr>
            <a:lvl1pPr algn="ctr" latinLnBrk="0">
              <a:spcBef>
                <a:spcPct val="0"/>
              </a:spcBef>
              <a:buClr>
                <a:srgbClr val="0085CD"/>
              </a:buClr>
              <a:buSzPct val="120000"/>
              <a:defRPr sz="1400">
                <a:solidFill>
                  <a:srgbClr val="545045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Arial" charset="0"/>
              </a:defRPr>
            </a:lvl1pPr>
          </a:lstStyle>
          <a:p>
            <a:pPr algn="l"/>
            <a:r>
              <a:rPr lang="en-US" altLang="ko-KR" sz="18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2) </a:t>
            </a:r>
            <a:r>
              <a:rPr lang="ko-KR" altLang="en-US" sz="1800" b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사용자 기능 </a:t>
            </a:r>
            <a:r>
              <a:rPr lang="en-US" altLang="ko-KR" sz="18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&amp; </a:t>
            </a:r>
            <a:r>
              <a:rPr lang="ko-KR" altLang="en-US" sz="1800" b="1">
                <a:latin typeface="맑은 고딕" panose="020B0503020000020004" pitchFamily="50" charset="-127"/>
                <a:ea typeface="맑은 고딕" panose="020B0503020000020004" pitchFamily="50" charset="-127"/>
              </a:rPr>
              <a:t>모바일 </a:t>
            </a:r>
            <a:r>
              <a:rPr lang="ko-KR" altLang="en-US" sz="1800" b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앱</a:t>
            </a:r>
            <a:endParaRPr lang="en-US" altLang="ko-KR" sz="20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3" name="Text Box 9">
            <a:extLst>
              <a:ext uri="{FF2B5EF4-FFF2-40B4-BE49-F238E27FC236}">
                <a16:creationId xmlns:a16="http://schemas.microsoft.com/office/drawing/2014/main" xmlns="" id="{EA59EF7C-F77A-413A-AEA3-2B2B37BAA1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70650" y="797442"/>
            <a:ext cx="3178538" cy="307777"/>
          </a:xfrm>
          <a:prstGeom prst="rect">
            <a:avLst/>
          </a:prstGeom>
          <a:noFill/>
        </p:spPr>
        <p:txBody>
          <a:bodyPr wrap="square" lIns="36000" tIns="0" rIns="36000" bIns="0" rtlCol="0">
            <a:spAutoFit/>
            <a:scene3d>
              <a:camera prst="orthographicFront"/>
              <a:lightRig rig="threePt" dir="t"/>
            </a:scene3d>
            <a:sp3d extrusionH="6350"/>
          </a:bodyPr>
          <a:lstStyle>
            <a:defPPr>
              <a:defRPr lang="ko-KR"/>
            </a:defPPr>
            <a:lvl1pPr algn="ctr" latinLnBrk="0">
              <a:spcBef>
                <a:spcPct val="0"/>
              </a:spcBef>
              <a:buClr>
                <a:srgbClr val="0085CD"/>
              </a:buClr>
              <a:buSzPct val="120000"/>
              <a:defRPr sz="1400">
                <a:solidFill>
                  <a:srgbClr val="545045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Arial" charset="0"/>
              </a:defRPr>
            </a:lvl1pPr>
          </a:lstStyle>
          <a:p>
            <a:pPr algn="l"/>
            <a:r>
              <a:rPr lang="en-US" altLang="ko-KR" sz="2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Ex) </a:t>
            </a:r>
            <a:r>
              <a:rPr lang="ko-KR" altLang="en-US" sz="2000" b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사무실 좌석 </a:t>
            </a:r>
            <a:r>
              <a:rPr lang="ko-KR" altLang="en-US" sz="2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예약 순서</a:t>
            </a:r>
            <a:endParaRPr lang="en-US" altLang="ko-KR" sz="20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4" name="순서도: 수행의 시작/종료 23">
            <a:extLst>
              <a:ext uri="{FF2B5EF4-FFF2-40B4-BE49-F238E27FC236}">
                <a16:creationId xmlns:a16="http://schemas.microsoft.com/office/drawing/2014/main" xmlns="" id="{71556AF0-D3C9-44E5-98DA-B7B569E09205}"/>
              </a:ext>
            </a:extLst>
          </p:cNvPr>
          <p:cNvSpPr/>
          <p:nvPr/>
        </p:nvSpPr>
        <p:spPr>
          <a:xfrm>
            <a:off x="5983357" y="1386509"/>
            <a:ext cx="2753139" cy="417444"/>
          </a:xfrm>
          <a:prstGeom prst="flowChartTermina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ea typeface="맑은 고딕" panose="020B0503020000020004" pitchFamily="50" charset="-127"/>
              </a:rPr>
              <a:t>사용자 로그인</a:t>
            </a:r>
          </a:p>
        </p:txBody>
      </p:sp>
      <p:sp>
        <p:nvSpPr>
          <p:cNvPr id="25" name="순서도: 수행의 시작/종료 24">
            <a:extLst>
              <a:ext uri="{FF2B5EF4-FFF2-40B4-BE49-F238E27FC236}">
                <a16:creationId xmlns:a16="http://schemas.microsoft.com/office/drawing/2014/main" xmlns="" id="{A0A56462-D15B-4B9B-91AB-EB0589A1647F}"/>
              </a:ext>
            </a:extLst>
          </p:cNvPr>
          <p:cNvSpPr/>
          <p:nvPr/>
        </p:nvSpPr>
        <p:spPr>
          <a:xfrm>
            <a:off x="5983356" y="2015985"/>
            <a:ext cx="2753139" cy="417444"/>
          </a:xfrm>
          <a:prstGeom prst="flowChartTermina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ea typeface="맑은 고딕" panose="020B0503020000020004" pitchFamily="50" charset="-127"/>
              </a:rPr>
              <a:t>층 선택</a:t>
            </a:r>
          </a:p>
        </p:txBody>
      </p:sp>
      <p:sp>
        <p:nvSpPr>
          <p:cNvPr id="26" name="순서도: 수행의 시작/종료 25">
            <a:extLst>
              <a:ext uri="{FF2B5EF4-FFF2-40B4-BE49-F238E27FC236}">
                <a16:creationId xmlns:a16="http://schemas.microsoft.com/office/drawing/2014/main" xmlns="" id="{BCEED493-8A6A-4BAE-AA69-FA64B9BC9591}"/>
              </a:ext>
            </a:extLst>
          </p:cNvPr>
          <p:cNvSpPr/>
          <p:nvPr/>
        </p:nvSpPr>
        <p:spPr>
          <a:xfrm>
            <a:off x="5983351" y="2644760"/>
            <a:ext cx="2753139" cy="417444"/>
          </a:xfrm>
          <a:prstGeom prst="flowChartTermina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 smtClean="0">
                <a:ea typeface="맑은 고딕" panose="020B0503020000020004" pitchFamily="50" charset="-127"/>
              </a:rPr>
              <a:t>사무실 선택 </a:t>
            </a:r>
            <a:endParaRPr lang="ko-KR" altLang="en-US" sz="1600" dirty="0">
              <a:ea typeface="맑은 고딕" panose="020B0503020000020004" pitchFamily="50" charset="-127"/>
            </a:endParaRPr>
          </a:p>
        </p:txBody>
      </p:sp>
      <p:sp>
        <p:nvSpPr>
          <p:cNvPr id="27" name="순서도: 수행의 시작/종료 26">
            <a:extLst>
              <a:ext uri="{FF2B5EF4-FFF2-40B4-BE49-F238E27FC236}">
                <a16:creationId xmlns:a16="http://schemas.microsoft.com/office/drawing/2014/main" xmlns="" id="{DF5BBCB2-2071-43BE-B6CF-092653F246BE}"/>
              </a:ext>
            </a:extLst>
          </p:cNvPr>
          <p:cNvSpPr/>
          <p:nvPr/>
        </p:nvSpPr>
        <p:spPr>
          <a:xfrm>
            <a:off x="5983355" y="4349673"/>
            <a:ext cx="2753139" cy="648850"/>
          </a:xfrm>
          <a:prstGeom prst="flowChartTermina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ea typeface="맑은 고딕" panose="020B0503020000020004" pitchFamily="50" charset="-127"/>
              </a:rPr>
              <a:t>사용 내역 입력</a:t>
            </a:r>
            <a:endParaRPr lang="en-US" altLang="ko-KR" sz="1600" dirty="0">
              <a:ea typeface="맑은 고딕" panose="020B0503020000020004" pitchFamily="50" charset="-127"/>
            </a:endParaRPr>
          </a:p>
          <a:p>
            <a:pPr algn="ctr"/>
            <a:r>
              <a:rPr lang="en-US" altLang="ko-KR" sz="1200" dirty="0" smtClean="0">
                <a:ea typeface="맑은 고딕" panose="020B0503020000020004" pitchFamily="50" charset="-127"/>
              </a:rPr>
              <a:t>(</a:t>
            </a:r>
            <a:r>
              <a:rPr lang="ko-KR" altLang="en-US" sz="1200" smtClean="0">
                <a:ea typeface="맑은 고딕" panose="020B0503020000020004" pitchFamily="50" charset="-127"/>
              </a:rPr>
              <a:t>사용 일시</a:t>
            </a:r>
            <a:r>
              <a:rPr lang="en-US" altLang="ko-KR" sz="1200" dirty="0" smtClean="0">
                <a:ea typeface="맑은 고딕" panose="020B0503020000020004" pitchFamily="50" charset="-127"/>
              </a:rPr>
              <a:t>, </a:t>
            </a:r>
            <a:r>
              <a:rPr lang="ko-KR" altLang="en-US" sz="1200" smtClean="0">
                <a:ea typeface="맑은 고딕" panose="020B0503020000020004" pitchFamily="50" charset="-127"/>
              </a:rPr>
              <a:t>기타 사항 </a:t>
            </a:r>
            <a:r>
              <a:rPr lang="ko-KR" altLang="en-US" sz="1200">
                <a:ea typeface="맑은 고딕" panose="020B0503020000020004" pitchFamily="50" charset="-127"/>
              </a:rPr>
              <a:t>등</a:t>
            </a:r>
            <a:r>
              <a:rPr lang="en-US" altLang="ko-KR" sz="1200" dirty="0">
                <a:ea typeface="맑은 고딕" panose="020B0503020000020004" pitchFamily="50" charset="-127"/>
              </a:rPr>
              <a:t>)</a:t>
            </a:r>
            <a:endParaRPr lang="ko-KR" altLang="en-US" sz="1200" dirty="0">
              <a:ea typeface="맑은 고딕" panose="020B0503020000020004" pitchFamily="50" charset="-127"/>
            </a:endParaRPr>
          </a:p>
        </p:txBody>
      </p:sp>
      <p:sp>
        <p:nvSpPr>
          <p:cNvPr id="28" name="순서도: 판단 27">
            <a:extLst>
              <a:ext uri="{FF2B5EF4-FFF2-40B4-BE49-F238E27FC236}">
                <a16:creationId xmlns:a16="http://schemas.microsoft.com/office/drawing/2014/main" xmlns="" id="{87E553EB-0AC4-4F59-9433-76E452108AAD}"/>
              </a:ext>
            </a:extLst>
          </p:cNvPr>
          <p:cNvSpPr/>
          <p:nvPr/>
        </p:nvSpPr>
        <p:spPr>
          <a:xfrm>
            <a:off x="5983353" y="3318872"/>
            <a:ext cx="2753139" cy="626165"/>
          </a:xfrm>
          <a:prstGeom prst="flowChartDecis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ea typeface="맑은 고딕" panose="020B0503020000020004" pitchFamily="50" charset="-127"/>
              </a:rPr>
              <a:t>사용 시간 선택</a:t>
            </a:r>
          </a:p>
        </p:txBody>
      </p:sp>
      <p:sp>
        <p:nvSpPr>
          <p:cNvPr id="29" name="순서도: 수행의 시작/종료 28">
            <a:extLst>
              <a:ext uri="{FF2B5EF4-FFF2-40B4-BE49-F238E27FC236}">
                <a16:creationId xmlns:a16="http://schemas.microsoft.com/office/drawing/2014/main" xmlns="" id="{99EDFB1F-C6D1-4E0D-847C-4B8F82B0AB99}"/>
              </a:ext>
            </a:extLst>
          </p:cNvPr>
          <p:cNvSpPr/>
          <p:nvPr/>
        </p:nvSpPr>
        <p:spPr>
          <a:xfrm>
            <a:off x="5983352" y="5518465"/>
            <a:ext cx="2753139" cy="417444"/>
          </a:xfrm>
          <a:prstGeom prst="flowChartTermina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ea typeface="맑은 고딕" panose="020B0503020000020004" pitchFamily="50" charset="-127"/>
              </a:rPr>
              <a:t>예약 완료</a:t>
            </a:r>
          </a:p>
        </p:txBody>
      </p:sp>
      <p:cxnSp>
        <p:nvCxnSpPr>
          <p:cNvPr id="30" name="직선 화살표 연결선 29">
            <a:extLst>
              <a:ext uri="{FF2B5EF4-FFF2-40B4-BE49-F238E27FC236}">
                <a16:creationId xmlns:a16="http://schemas.microsoft.com/office/drawing/2014/main" xmlns="" id="{AFA69790-FD89-4859-A5F0-B4C84FAAD266}"/>
              </a:ext>
            </a:extLst>
          </p:cNvPr>
          <p:cNvCxnSpPr>
            <a:cxnSpLocks/>
            <a:stCxn id="24" idx="2"/>
            <a:endCxn id="25" idx="0"/>
          </p:cNvCxnSpPr>
          <p:nvPr/>
        </p:nvCxnSpPr>
        <p:spPr>
          <a:xfrm flipH="1">
            <a:off x="7359926" y="1803953"/>
            <a:ext cx="1" cy="21203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직선 화살표 연결선 30">
            <a:extLst>
              <a:ext uri="{FF2B5EF4-FFF2-40B4-BE49-F238E27FC236}">
                <a16:creationId xmlns:a16="http://schemas.microsoft.com/office/drawing/2014/main" xmlns="" id="{AB0A59AF-38FA-4DD3-BA20-EB75BC243739}"/>
              </a:ext>
            </a:extLst>
          </p:cNvPr>
          <p:cNvCxnSpPr>
            <a:cxnSpLocks/>
          </p:cNvCxnSpPr>
          <p:nvPr/>
        </p:nvCxnSpPr>
        <p:spPr>
          <a:xfrm flipH="1">
            <a:off x="7369857" y="2434931"/>
            <a:ext cx="1" cy="21203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직선 화살표 연결선 31">
            <a:extLst>
              <a:ext uri="{FF2B5EF4-FFF2-40B4-BE49-F238E27FC236}">
                <a16:creationId xmlns:a16="http://schemas.microsoft.com/office/drawing/2014/main" xmlns="" id="{F5D9F6AE-4DEB-43EF-96A6-ACE4569F61D9}"/>
              </a:ext>
            </a:extLst>
          </p:cNvPr>
          <p:cNvCxnSpPr>
            <a:cxnSpLocks/>
          </p:cNvCxnSpPr>
          <p:nvPr/>
        </p:nvCxnSpPr>
        <p:spPr>
          <a:xfrm flipH="1">
            <a:off x="7359919" y="3082279"/>
            <a:ext cx="1" cy="21203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직선 화살표 연결선 32">
            <a:extLst>
              <a:ext uri="{FF2B5EF4-FFF2-40B4-BE49-F238E27FC236}">
                <a16:creationId xmlns:a16="http://schemas.microsoft.com/office/drawing/2014/main" xmlns="" id="{15D4E9C3-B61A-4305-874B-FEDD5028F2F0}"/>
              </a:ext>
            </a:extLst>
          </p:cNvPr>
          <p:cNvCxnSpPr>
            <a:cxnSpLocks/>
            <a:stCxn id="28" idx="2"/>
            <a:endCxn id="27" idx="0"/>
          </p:cNvCxnSpPr>
          <p:nvPr/>
        </p:nvCxnSpPr>
        <p:spPr>
          <a:xfrm>
            <a:off x="7359924" y="3945037"/>
            <a:ext cx="1" cy="40463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직선 화살표 연결선 33">
            <a:extLst>
              <a:ext uri="{FF2B5EF4-FFF2-40B4-BE49-F238E27FC236}">
                <a16:creationId xmlns:a16="http://schemas.microsoft.com/office/drawing/2014/main" xmlns="" id="{F80D22E1-19A5-472E-A4ED-26A864F087EF}"/>
              </a:ext>
            </a:extLst>
          </p:cNvPr>
          <p:cNvCxnSpPr>
            <a:cxnSpLocks/>
            <a:stCxn id="27" idx="2"/>
            <a:endCxn id="29" idx="0"/>
          </p:cNvCxnSpPr>
          <p:nvPr/>
        </p:nvCxnSpPr>
        <p:spPr>
          <a:xfrm flipH="1">
            <a:off x="7359921" y="4998522"/>
            <a:ext cx="2" cy="51994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직선 연결선 34">
            <a:extLst>
              <a:ext uri="{FF2B5EF4-FFF2-40B4-BE49-F238E27FC236}">
                <a16:creationId xmlns:a16="http://schemas.microsoft.com/office/drawing/2014/main" xmlns="" id="{ACC72C29-25A9-45FB-A3F1-D015FFE893C4}"/>
              </a:ext>
            </a:extLst>
          </p:cNvPr>
          <p:cNvCxnSpPr>
            <a:cxnSpLocks/>
            <a:stCxn id="28" idx="3"/>
          </p:cNvCxnSpPr>
          <p:nvPr/>
        </p:nvCxnSpPr>
        <p:spPr>
          <a:xfrm>
            <a:off x="8736491" y="3631955"/>
            <a:ext cx="474184" cy="766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직선 연결선 35">
            <a:extLst>
              <a:ext uri="{FF2B5EF4-FFF2-40B4-BE49-F238E27FC236}">
                <a16:creationId xmlns:a16="http://schemas.microsoft.com/office/drawing/2014/main" xmlns="" id="{852638AC-F7DD-454A-8730-22CDAA98694E}"/>
              </a:ext>
            </a:extLst>
          </p:cNvPr>
          <p:cNvCxnSpPr>
            <a:cxnSpLocks/>
          </p:cNvCxnSpPr>
          <p:nvPr/>
        </p:nvCxnSpPr>
        <p:spPr>
          <a:xfrm flipV="1">
            <a:off x="9191961" y="2853483"/>
            <a:ext cx="0" cy="78613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화살표 연결선 36">
            <a:extLst>
              <a:ext uri="{FF2B5EF4-FFF2-40B4-BE49-F238E27FC236}">
                <a16:creationId xmlns:a16="http://schemas.microsoft.com/office/drawing/2014/main" xmlns="" id="{7889E317-2249-4352-A115-C3D2D92ECFA9}"/>
              </a:ext>
            </a:extLst>
          </p:cNvPr>
          <p:cNvCxnSpPr>
            <a:cxnSpLocks/>
            <a:endCxn id="26" idx="3"/>
          </p:cNvCxnSpPr>
          <p:nvPr/>
        </p:nvCxnSpPr>
        <p:spPr>
          <a:xfrm flipH="1">
            <a:off x="8736489" y="2853482"/>
            <a:ext cx="474186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xmlns="" id="{6B467296-054B-4E9E-8138-BEEDF5AB0340}"/>
              </a:ext>
            </a:extLst>
          </p:cNvPr>
          <p:cNvSpPr txBox="1"/>
          <p:nvPr/>
        </p:nvSpPr>
        <p:spPr>
          <a:xfrm>
            <a:off x="7837227" y="3832373"/>
            <a:ext cx="5084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ea typeface="맑은 고딕" panose="020B0503020000020004" pitchFamily="50" charset="-127"/>
              </a:rPr>
              <a:t>OK</a:t>
            </a:r>
            <a:endParaRPr lang="ko-KR" altLang="en-US" dirty="0">
              <a:ea typeface="맑은 고딕" panose="020B0503020000020004" pitchFamily="50" charset="-127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xmlns="" id="{4C952A95-07DF-40FD-B218-10952F1E7849}"/>
              </a:ext>
            </a:extLst>
          </p:cNvPr>
          <p:cNvSpPr txBox="1"/>
          <p:nvPr/>
        </p:nvSpPr>
        <p:spPr>
          <a:xfrm>
            <a:off x="9225574" y="3611925"/>
            <a:ext cx="5245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ea typeface="맑은 고딕" panose="020B0503020000020004" pitchFamily="50" charset="-127"/>
              </a:rPr>
              <a:t>NG</a:t>
            </a:r>
            <a:endParaRPr lang="ko-KR" altLang="en-US" dirty="0">
              <a:ea typeface="맑은 고딕" panose="020B0503020000020004" pitchFamily="50" charset="-127"/>
            </a:endParaRPr>
          </a:p>
        </p:txBody>
      </p:sp>
      <p:sp>
        <p:nvSpPr>
          <p:cNvPr id="40" name="직사각형 39"/>
          <p:cNvSpPr/>
          <p:nvPr/>
        </p:nvSpPr>
        <p:spPr>
          <a:xfrm>
            <a:off x="342071" y="1426412"/>
            <a:ext cx="4610930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사용자 화면과 </a:t>
            </a:r>
            <a:r>
              <a:rPr lang="ko-KR" altLang="en-US" sz="16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모바일</a:t>
            </a:r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6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앱에서는</a:t>
            </a:r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6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사용하고자 </a:t>
            </a:r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하는 </a:t>
            </a:r>
            <a:r>
              <a:rPr lang="ko-KR" altLang="en-US" sz="16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사무실 좌석을 </a:t>
            </a:r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예약하고 </a:t>
            </a:r>
            <a:r>
              <a:rPr lang="ko-KR" altLang="en-US" sz="16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좌석 </a:t>
            </a:r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사용과 관련한 정보를 조회</a:t>
            </a:r>
            <a:endParaRPr lang="en-US" altLang="ko-KR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endParaRPr lang="en-US" altLang="ko-KR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85749" indent="-285749">
              <a:lnSpc>
                <a:spcPct val="150000"/>
              </a:lnSpc>
              <a:buFontTx/>
              <a:buChar char="-"/>
            </a:pPr>
            <a:r>
              <a:rPr lang="ko-KR" altLang="en-US" sz="1400" dirty="0">
                <a:ea typeface="맑은 고딕" panose="020B0503020000020004" pitchFamily="50" charset="-127"/>
              </a:rPr>
              <a:t>로그인</a:t>
            </a:r>
            <a:r>
              <a:rPr lang="en-US" altLang="ko-KR" sz="1400" dirty="0">
                <a:ea typeface="맑은 고딕" panose="020B0503020000020004" pitchFamily="50" charset="-127"/>
              </a:rPr>
              <a:t>, </a:t>
            </a:r>
            <a:r>
              <a:rPr lang="ko-KR" altLang="en-US" sz="1400">
                <a:ea typeface="맑은 고딕" panose="020B0503020000020004" pitchFamily="50" charset="-127"/>
              </a:rPr>
              <a:t>개인정보 조회</a:t>
            </a:r>
            <a:r>
              <a:rPr lang="en-US" altLang="ko-KR" sz="1400" dirty="0">
                <a:ea typeface="맑은 고딕" panose="020B0503020000020004" pitchFamily="50" charset="-127"/>
              </a:rPr>
              <a:t> </a:t>
            </a:r>
          </a:p>
          <a:p>
            <a:pPr marL="285749" indent="-285749">
              <a:lnSpc>
                <a:spcPct val="150000"/>
              </a:lnSpc>
              <a:buFontTx/>
              <a:buChar char="-"/>
            </a:pPr>
            <a:r>
              <a:rPr lang="ko-KR" altLang="en-US" sz="1400" dirty="0" smtClean="0">
                <a:ea typeface="맑은 고딕" panose="020B0503020000020004" pitchFamily="50" charset="-127"/>
              </a:rPr>
              <a:t>좌석 </a:t>
            </a:r>
            <a:r>
              <a:rPr lang="ko-KR" altLang="en-US" sz="1400" dirty="0">
                <a:ea typeface="맑은 고딕" panose="020B0503020000020004" pitchFamily="50" charset="-127"/>
              </a:rPr>
              <a:t>안내</a:t>
            </a:r>
            <a:r>
              <a:rPr lang="en-US" altLang="ko-KR" sz="1400" dirty="0">
                <a:ea typeface="맑은 고딕" panose="020B0503020000020004" pitchFamily="50" charset="-127"/>
              </a:rPr>
              <a:t>, </a:t>
            </a:r>
            <a:r>
              <a:rPr lang="ko-KR" altLang="en-US" sz="1400">
                <a:ea typeface="맑은 고딕" panose="020B0503020000020004" pitchFamily="50" charset="-127"/>
              </a:rPr>
              <a:t>나의 예약 현황 </a:t>
            </a:r>
            <a:endParaRPr lang="en-US" altLang="ko-KR" sz="1400" dirty="0">
              <a:ea typeface="맑은 고딕" panose="020B0503020000020004" pitchFamily="50" charset="-127"/>
            </a:endParaRPr>
          </a:p>
          <a:p>
            <a:pPr marL="285749" indent="-285749">
              <a:lnSpc>
                <a:spcPct val="150000"/>
              </a:lnSpc>
              <a:buFontTx/>
              <a:buChar char="-"/>
            </a:pPr>
            <a:r>
              <a:rPr lang="ko-KR" altLang="en-US" sz="1400" dirty="0" smtClean="0">
                <a:ea typeface="맑은 고딕" panose="020B0503020000020004" pitchFamily="50" charset="-127"/>
              </a:rPr>
              <a:t>사무실 좌석 </a:t>
            </a:r>
            <a:r>
              <a:rPr lang="ko-KR" altLang="en-US" sz="1400" dirty="0">
                <a:ea typeface="맑은 고딕" panose="020B0503020000020004" pitchFamily="50" charset="-127"/>
              </a:rPr>
              <a:t>현황 보기</a:t>
            </a:r>
            <a:r>
              <a:rPr lang="en-US" altLang="ko-KR" sz="1400" dirty="0">
                <a:ea typeface="맑은 고딕" panose="020B0503020000020004" pitchFamily="50" charset="-127"/>
              </a:rPr>
              <a:t>(</a:t>
            </a:r>
            <a:r>
              <a:rPr lang="ko-KR" altLang="en-US" sz="1400">
                <a:ea typeface="맑은 고딕" panose="020B0503020000020004" pitchFamily="50" charset="-127"/>
              </a:rPr>
              <a:t>일간</a:t>
            </a:r>
            <a:r>
              <a:rPr lang="en-US" altLang="ko-KR" sz="1400" dirty="0">
                <a:ea typeface="맑은 고딕" panose="020B0503020000020004" pitchFamily="50" charset="-127"/>
              </a:rPr>
              <a:t>/</a:t>
            </a:r>
            <a:r>
              <a:rPr lang="ko-KR" altLang="en-US" sz="1400">
                <a:ea typeface="맑은 고딕" panose="020B0503020000020004" pitchFamily="50" charset="-127"/>
              </a:rPr>
              <a:t>주간</a:t>
            </a:r>
            <a:r>
              <a:rPr lang="en-US" altLang="ko-KR" sz="1400" dirty="0">
                <a:ea typeface="맑은 고딕" panose="020B0503020000020004" pitchFamily="50" charset="-127"/>
              </a:rPr>
              <a:t>/</a:t>
            </a:r>
            <a:r>
              <a:rPr lang="ko-KR" altLang="en-US" sz="1400">
                <a:ea typeface="맑은 고딕" panose="020B0503020000020004" pitchFamily="50" charset="-127"/>
              </a:rPr>
              <a:t>월간</a:t>
            </a:r>
            <a:r>
              <a:rPr lang="en-US" altLang="ko-KR" sz="1400" dirty="0">
                <a:ea typeface="맑은 고딕" panose="020B0503020000020004" pitchFamily="50" charset="-127"/>
              </a:rPr>
              <a:t>), </a:t>
            </a:r>
          </a:p>
          <a:p>
            <a:pPr marL="285749" indent="-285749">
              <a:lnSpc>
                <a:spcPct val="150000"/>
              </a:lnSpc>
              <a:buFontTx/>
              <a:buChar char="-"/>
            </a:pPr>
            <a:r>
              <a:rPr lang="ko-KR" altLang="en-US" sz="1400" dirty="0" smtClean="0">
                <a:ea typeface="맑은 고딕" panose="020B0503020000020004" pitchFamily="50" charset="-127"/>
              </a:rPr>
              <a:t>예약하기</a:t>
            </a:r>
            <a:r>
              <a:rPr lang="en-US" altLang="ko-KR" sz="1400" dirty="0">
                <a:ea typeface="맑은 고딕" panose="020B0503020000020004" pitchFamily="50" charset="-127"/>
              </a:rPr>
              <a:t>(</a:t>
            </a:r>
            <a:r>
              <a:rPr lang="ko-KR" altLang="en-US" sz="1400">
                <a:ea typeface="맑은 고딕" panose="020B0503020000020004" pitchFamily="50" charset="-127"/>
              </a:rPr>
              <a:t>일간</a:t>
            </a:r>
            <a:r>
              <a:rPr lang="en-US" altLang="ko-KR" sz="1400" dirty="0">
                <a:ea typeface="맑은 고딕" panose="020B0503020000020004" pitchFamily="50" charset="-127"/>
              </a:rPr>
              <a:t>/</a:t>
            </a:r>
            <a:r>
              <a:rPr lang="ko-KR" altLang="en-US" sz="1400">
                <a:ea typeface="맑은 고딕" panose="020B0503020000020004" pitchFamily="50" charset="-127"/>
              </a:rPr>
              <a:t>주간</a:t>
            </a:r>
            <a:r>
              <a:rPr lang="en-US" altLang="ko-KR" sz="1400" dirty="0">
                <a:ea typeface="맑은 고딕" panose="020B0503020000020004" pitchFamily="50" charset="-127"/>
              </a:rPr>
              <a:t>/</a:t>
            </a:r>
            <a:r>
              <a:rPr lang="ko-KR" altLang="en-US" sz="1400">
                <a:ea typeface="맑은 고딕" panose="020B0503020000020004" pitchFamily="50" charset="-127"/>
              </a:rPr>
              <a:t>월간</a:t>
            </a:r>
            <a:r>
              <a:rPr lang="en-US" altLang="ko-KR" sz="1400" dirty="0">
                <a:ea typeface="맑은 고딕" panose="020B0503020000020004" pitchFamily="50" charset="-127"/>
              </a:rPr>
              <a:t>), </a:t>
            </a:r>
            <a:r>
              <a:rPr lang="ko-KR" altLang="en-US" sz="1400" smtClean="0">
                <a:ea typeface="맑은 고딕" panose="020B0503020000020004" pitchFamily="50" charset="-127"/>
              </a:rPr>
              <a:t>반복예약</a:t>
            </a:r>
            <a:endParaRPr lang="ko-KR" altLang="en-US" sz="1600"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77858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557195" indent="-557195">
              <a:buFont typeface="+mj-lt"/>
              <a:buAutoNum type="romanUcPeriod" startAt="3"/>
            </a:pPr>
            <a:r>
              <a:rPr lang="ko-KR" altLang="en-US" dirty="0" smtClean="0"/>
              <a:t>기능 흐름도</a:t>
            </a:r>
            <a:endParaRPr lang="ko-KR" altLang="en-US" dirty="0"/>
          </a:p>
        </p:txBody>
      </p:sp>
      <p:sp>
        <p:nvSpPr>
          <p:cNvPr id="22" name="Text Box 9">
            <a:extLst>
              <a:ext uri="{FF2B5EF4-FFF2-40B4-BE49-F238E27FC236}">
                <a16:creationId xmlns:a16="http://schemas.microsoft.com/office/drawing/2014/main" xmlns="" id="{3BA71119-10A0-473B-AF57-B35AF29CFF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1" y="960983"/>
            <a:ext cx="8048940" cy="246221"/>
          </a:xfrm>
          <a:prstGeom prst="rect">
            <a:avLst/>
          </a:prstGeom>
          <a:noFill/>
        </p:spPr>
        <p:txBody>
          <a:bodyPr wrap="square" lIns="36000" tIns="0" rIns="36000" bIns="0" rtlCol="0">
            <a:spAutoFit/>
            <a:scene3d>
              <a:camera prst="orthographicFront"/>
              <a:lightRig rig="threePt" dir="t"/>
            </a:scene3d>
            <a:sp3d extrusionH="6350"/>
          </a:bodyPr>
          <a:lstStyle>
            <a:defPPr>
              <a:defRPr lang="ko-KR"/>
            </a:defPPr>
            <a:lvl1pPr algn="ctr" latinLnBrk="0">
              <a:spcBef>
                <a:spcPct val="0"/>
              </a:spcBef>
              <a:buClr>
                <a:srgbClr val="0085CD"/>
              </a:buClr>
              <a:buSzPct val="120000"/>
              <a:defRPr sz="1400">
                <a:solidFill>
                  <a:srgbClr val="545045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Arial" charset="0"/>
              </a:defRPr>
            </a:lvl1pPr>
          </a:lstStyle>
          <a:p>
            <a:pPr algn="l"/>
            <a:r>
              <a:rPr lang="en-US" altLang="ko-KR" sz="16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※ ESL</a:t>
            </a:r>
            <a:r>
              <a:rPr lang="ko-KR" altLang="en-US" sz="160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과 관련된 </a:t>
            </a:r>
            <a:r>
              <a:rPr lang="en-US" altLang="ko-KR" sz="16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Template</a:t>
            </a:r>
            <a:r>
              <a:rPr lang="ko-KR" altLang="en-US" sz="160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 내용과 </a:t>
            </a:r>
            <a:r>
              <a:rPr lang="en-US" altLang="ko-KR" sz="16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DB </a:t>
            </a:r>
            <a:r>
              <a:rPr lang="ko-KR" altLang="en-US" sz="160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구성은 별도로 제공되며 이번 과제에서는 제외</a:t>
            </a:r>
            <a:endParaRPr lang="en-US" altLang="ko-KR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632519" y="1340768"/>
            <a:ext cx="6828871" cy="23493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1600"/>
              </a:lnSpc>
            </a:pPr>
            <a:r>
              <a:rPr lang="ko-KR" altLang="en-US" sz="16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① </a:t>
            </a:r>
            <a:r>
              <a:rPr lang="en-US" altLang="ko-KR" sz="16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csv file</a:t>
            </a:r>
            <a:r>
              <a:rPr lang="ko-KR" altLang="en-US" sz="160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로 구성된 </a:t>
            </a:r>
            <a:r>
              <a:rPr lang="en-US" altLang="ko-KR" sz="16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Tag List</a:t>
            </a:r>
            <a:r>
              <a:rPr lang="ko-KR" altLang="en-US" sz="160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와</a:t>
            </a:r>
            <a:r>
              <a:rPr lang="en-US" altLang="ko-KR" sz="16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 layout template</a:t>
            </a:r>
            <a:r>
              <a:rPr lang="ko-KR" altLang="en-US" sz="160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을 </a:t>
            </a:r>
            <a:r>
              <a:rPr lang="en-US" altLang="ko-KR" sz="16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ESL Gateway+</a:t>
            </a:r>
            <a:r>
              <a:rPr lang="ko-KR" altLang="en-US" sz="160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에 전송</a:t>
            </a:r>
            <a:endParaRPr lang="en-US" altLang="ko-KR" sz="1600" dirty="0" smtClean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ts val="1600"/>
              </a:lnSpc>
            </a:pPr>
            <a:endParaRPr lang="en-US" altLang="ko-KR" sz="1600" dirty="0" smtClean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ts val="1600"/>
              </a:lnSpc>
            </a:pPr>
            <a:r>
              <a:rPr lang="ko-KR" altLang="en-US" sz="16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②</a:t>
            </a:r>
            <a:r>
              <a:rPr lang="en-US" altLang="ko-KR" sz="16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 Web/App</a:t>
            </a:r>
            <a:r>
              <a:rPr lang="ko-KR" altLang="en-US" sz="160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에서 현재 사용중인 좌석에 대한 정보 획득</a:t>
            </a:r>
            <a:endParaRPr lang="en-US" altLang="ko-KR" sz="1600" dirty="0" smtClean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ts val="1600"/>
              </a:lnSpc>
            </a:pPr>
            <a:endParaRPr lang="en-US" altLang="ko-KR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ts val="1600"/>
              </a:lnSpc>
            </a:pPr>
            <a:r>
              <a:rPr lang="ko-KR" altLang="en-US" sz="16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③</a:t>
            </a:r>
            <a:r>
              <a:rPr lang="en-US" altLang="ko-KR" sz="16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 Web/App</a:t>
            </a:r>
            <a:r>
              <a:rPr lang="ko-KR" altLang="en-US" sz="160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에서 스마트오피스 예약 내용을 </a:t>
            </a:r>
            <a:r>
              <a:rPr lang="en-US" altLang="ko-KR" sz="16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Server</a:t>
            </a:r>
            <a:r>
              <a:rPr lang="ko-KR" altLang="en-US" sz="160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로 저장</a:t>
            </a:r>
            <a:endParaRPr lang="en-US" altLang="ko-KR" sz="1600" dirty="0" smtClean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ts val="1600"/>
              </a:lnSpc>
            </a:pPr>
            <a:endParaRPr lang="en-US" altLang="ko-KR" sz="1600" dirty="0" smtClean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ts val="1600"/>
              </a:lnSpc>
            </a:pPr>
            <a:r>
              <a:rPr lang="ko-KR" altLang="en-US" sz="16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④</a:t>
            </a:r>
            <a:r>
              <a:rPr lang="en-US" altLang="ko-KR" sz="16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60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예약 내용을 </a:t>
            </a:r>
            <a:r>
              <a:rPr lang="en-US" altLang="ko-KR" sz="16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ESL Gateway+</a:t>
            </a:r>
            <a:r>
              <a:rPr lang="ko-KR" altLang="en-US" sz="160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로 전송</a:t>
            </a:r>
            <a:endParaRPr lang="en-US" altLang="ko-KR" sz="1600" dirty="0" smtClean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ts val="1600"/>
              </a:lnSpc>
            </a:pPr>
            <a:endParaRPr lang="en-US" altLang="ko-KR" sz="1600" dirty="0" smtClean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ts val="1600"/>
              </a:lnSpc>
            </a:pPr>
            <a:r>
              <a:rPr lang="ko-KR" altLang="en-US" sz="16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⑤</a:t>
            </a:r>
            <a:r>
              <a:rPr lang="en-US" altLang="ko-KR" sz="16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600" dirty="0" err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Zigbee</a:t>
            </a:r>
            <a:r>
              <a:rPr lang="en-US" altLang="ko-KR" sz="16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60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통신을 이용하여 </a:t>
            </a:r>
            <a:r>
              <a:rPr lang="en-US" altLang="ko-KR" sz="16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ESL Tag</a:t>
            </a:r>
            <a:r>
              <a:rPr lang="ko-KR" altLang="en-US" sz="160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로 전송</a:t>
            </a:r>
            <a:endParaRPr lang="en-US" altLang="ko-KR" sz="1600" dirty="0" smtClean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ts val="1600"/>
              </a:lnSpc>
            </a:pPr>
            <a:endParaRPr lang="en-US" altLang="ko-KR" sz="1600" dirty="0" smtClean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ts val="1600"/>
              </a:lnSpc>
            </a:pPr>
            <a:r>
              <a:rPr lang="ko-KR" altLang="en-US" sz="16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⑥</a:t>
            </a:r>
            <a:r>
              <a:rPr lang="en-US" altLang="ko-KR" sz="16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 ESL Tag</a:t>
            </a:r>
            <a:r>
              <a:rPr lang="ko-KR" altLang="en-US" sz="160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에 내용 표출</a:t>
            </a:r>
            <a:endParaRPr lang="ko-KR" altLang="en-US" sz="1600" dirty="0"/>
          </a:p>
        </p:txBody>
      </p:sp>
      <p:sp>
        <p:nvSpPr>
          <p:cNvPr id="61" name="모서리가 둥근 직사각형 60"/>
          <p:cNvSpPr/>
          <p:nvPr/>
        </p:nvSpPr>
        <p:spPr>
          <a:xfrm>
            <a:off x="488504" y="4005064"/>
            <a:ext cx="8856984" cy="2376264"/>
          </a:xfrm>
          <a:prstGeom prst="roundRect">
            <a:avLst>
              <a:gd name="adj" fmla="val 4684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" name="그룹 1"/>
          <p:cNvGrpSpPr/>
          <p:nvPr/>
        </p:nvGrpSpPr>
        <p:grpSpPr>
          <a:xfrm>
            <a:off x="632520" y="4110106"/>
            <a:ext cx="8535992" cy="2241289"/>
            <a:chOff x="632520" y="4110106"/>
            <a:chExt cx="8535992" cy="2241289"/>
          </a:xfrm>
        </p:grpSpPr>
        <p:pic>
          <p:nvPicPr>
            <p:cNvPr id="23" name="그림 22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7616" t="77068" r="31363" b="7578"/>
            <a:stretch/>
          </p:blipFill>
          <p:spPr>
            <a:xfrm>
              <a:off x="632520" y="4701676"/>
              <a:ext cx="770278" cy="698672"/>
            </a:xfrm>
            <a:prstGeom prst="rect">
              <a:avLst/>
            </a:prstGeom>
          </p:spPr>
        </p:pic>
        <p:pic>
          <p:nvPicPr>
            <p:cNvPr id="24" name="그림 23"/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71170" b="4368"/>
            <a:stretch/>
          </p:blipFill>
          <p:spPr>
            <a:xfrm>
              <a:off x="2648744" y="5275422"/>
              <a:ext cx="667925" cy="631749"/>
            </a:xfrm>
            <a:prstGeom prst="rect">
              <a:avLst/>
            </a:prstGeom>
          </p:spPr>
        </p:pic>
        <p:pic>
          <p:nvPicPr>
            <p:cNvPr id="25" name="그림 24"/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9924" t="18935" r="54714" b="20589"/>
            <a:stretch/>
          </p:blipFill>
          <p:spPr>
            <a:xfrm>
              <a:off x="4710672" y="5298254"/>
              <a:ext cx="537382" cy="603220"/>
            </a:xfrm>
            <a:prstGeom prst="rect">
              <a:avLst/>
            </a:prstGeom>
          </p:spPr>
        </p:pic>
        <p:pic>
          <p:nvPicPr>
            <p:cNvPr id="27" name="그림 26"/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4600" t="21383" r="21777" b="35028"/>
            <a:stretch/>
          </p:blipFill>
          <p:spPr>
            <a:xfrm>
              <a:off x="4745338" y="4110106"/>
              <a:ext cx="476569" cy="434783"/>
            </a:xfrm>
            <a:prstGeom prst="rect">
              <a:avLst/>
            </a:prstGeom>
          </p:spPr>
        </p:pic>
        <p:pic>
          <p:nvPicPr>
            <p:cNvPr id="28" name="그림 27"/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1063" t="25043" r="11489" b="35027"/>
            <a:stretch/>
          </p:blipFill>
          <p:spPr>
            <a:xfrm>
              <a:off x="841283" y="5812160"/>
              <a:ext cx="352752" cy="539235"/>
            </a:xfrm>
            <a:prstGeom prst="rect">
              <a:avLst/>
            </a:prstGeom>
          </p:spPr>
        </p:pic>
        <p:pic>
          <p:nvPicPr>
            <p:cNvPr id="29" name="그림 28"/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90841" t="25043" r="1711" b="35027"/>
            <a:stretch/>
          </p:blipFill>
          <p:spPr>
            <a:xfrm>
              <a:off x="5215477" y="4743561"/>
              <a:ext cx="260545" cy="398283"/>
            </a:xfrm>
            <a:prstGeom prst="rect">
              <a:avLst/>
            </a:prstGeom>
          </p:spPr>
        </p:pic>
        <p:pic>
          <p:nvPicPr>
            <p:cNvPr id="30" name="그림 29"/>
            <p:cNvPicPr>
              <a:picLocks noChangeAspect="1"/>
            </p:cNvPicPr>
            <p:nvPr/>
          </p:nvPicPr>
          <p:blipFill rotWithShape="1"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0534" t="890" r="2529" b="62768"/>
            <a:stretch/>
          </p:blipFill>
          <p:spPr>
            <a:xfrm>
              <a:off x="6380618" y="5361076"/>
              <a:ext cx="729311" cy="467083"/>
            </a:xfrm>
            <a:prstGeom prst="rect">
              <a:avLst/>
            </a:prstGeom>
          </p:spPr>
        </p:pic>
        <p:pic>
          <p:nvPicPr>
            <p:cNvPr id="31" name="그림 30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7954468" y="5149450"/>
              <a:ext cx="1214044" cy="883692"/>
            </a:xfrm>
            <a:prstGeom prst="rect">
              <a:avLst/>
            </a:prstGeom>
          </p:spPr>
        </p:pic>
        <p:pic>
          <p:nvPicPr>
            <p:cNvPr id="32" name="그림 31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7088378" y="5187930"/>
              <a:ext cx="243804" cy="207233"/>
            </a:xfrm>
            <a:prstGeom prst="rect">
              <a:avLst/>
            </a:prstGeom>
          </p:spPr>
        </p:pic>
        <p:cxnSp>
          <p:nvCxnSpPr>
            <p:cNvPr id="3" name="직선 화살표 연결선 2"/>
            <p:cNvCxnSpPr/>
            <p:nvPr/>
          </p:nvCxnSpPr>
          <p:spPr>
            <a:xfrm flipV="1">
              <a:off x="1755370" y="5544584"/>
              <a:ext cx="626264" cy="982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화살표 연결선 33"/>
            <p:cNvCxnSpPr>
              <a:stCxn id="24" idx="3"/>
              <a:endCxn id="25" idx="1"/>
            </p:cNvCxnSpPr>
            <p:nvPr/>
          </p:nvCxnSpPr>
          <p:spPr>
            <a:xfrm>
              <a:off x="3316669" y="5591297"/>
              <a:ext cx="1394003" cy="856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화살표 연결선 34"/>
            <p:cNvCxnSpPr>
              <a:stCxn id="25" idx="3"/>
              <a:endCxn id="30" idx="1"/>
            </p:cNvCxnSpPr>
            <p:nvPr/>
          </p:nvCxnSpPr>
          <p:spPr>
            <a:xfrm flipV="1">
              <a:off x="5248054" y="5594618"/>
              <a:ext cx="1132564" cy="524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직선 화살표 연결선 35"/>
            <p:cNvCxnSpPr>
              <a:stCxn id="30" idx="3"/>
              <a:endCxn id="31" idx="1"/>
            </p:cNvCxnSpPr>
            <p:nvPr/>
          </p:nvCxnSpPr>
          <p:spPr>
            <a:xfrm flipV="1">
              <a:off x="7109929" y="5591296"/>
              <a:ext cx="844539" cy="332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직선 화살표 연결선 5"/>
            <p:cNvCxnSpPr>
              <a:stCxn id="27" idx="2"/>
              <a:endCxn id="25" idx="0"/>
            </p:cNvCxnSpPr>
            <p:nvPr/>
          </p:nvCxnSpPr>
          <p:spPr>
            <a:xfrm flipH="1">
              <a:off x="4979363" y="4544889"/>
              <a:ext cx="4260" cy="75336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직사각형 7"/>
            <p:cNvSpPr/>
            <p:nvPr/>
          </p:nvSpPr>
          <p:spPr>
            <a:xfrm>
              <a:off x="5042124" y="4401584"/>
              <a:ext cx="415498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b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①</a:t>
              </a:r>
              <a:endParaRPr lang="ko-KR" altLang="en-US" dirty="0"/>
            </a:p>
          </p:txBody>
        </p:sp>
        <p:sp>
          <p:nvSpPr>
            <p:cNvPr id="9" name="직사각형 8"/>
            <p:cNvSpPr/>
            <p:nvPr/>
          </p:nvSpPr>
          <p:spPr>
            <a:xfrm>
              <a:off x="1838737" y="5694913"/>
              <a:ext cx="497252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b="1" dirty="0" smtClean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③</a:t>
              </a:r>
              <a:r>
                <a:rPr lang="en-US" altLang="ko-KR" b="1" dirty="0" smtClean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endParaRPr lang="ko-KR" altLang="en-US" dirty="0"/>
            </a:p>
          </p:txBody>
        </p:sp>
        <p:sp>
          <p:nvSpPr>
            <p:cNvPr id="10" name="직사각형 9"/>
            <p:cNvSpPr/>
            <p:nvPr/>
          </p:nvSpPr>
          <p:spPr>
            <a:xfrm>
              <a:off x="5563430" y="5643493"/>
              <a:ext cx="497252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b="1" dirty="0" smtClean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④</a:t>
              </a:r>
              <a:r>
                <a:rPr lang="en-US" altLang="ko-KR" b="1" dirty="0" smtClean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endParaRPr lang="ko-KR" altLang="en-US" dirty="0"/>
            </a:p>
          </p:txBody>
        </p:sp>
        <p:sp>
          <p:nvSpPr>
            <p:cNvPr id="11" name="직사각형 10"/>
            <p:cNvSpPr/>
            <p:nvPr/>
          </p:nvSpPr>
          <p:spPr>
            <a:xfrm>
              <a:off x="7290981" y="5606862"/>
              <a:ext cx="382765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ko-KR" altLang="en-US" b="1" dirty="0" smtClean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⑤</a:t>
              </a:r>
              <a:r>
                <a:rPr lang="en-US" altLang="ko-KR" b="1" dirty="0" smtClean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endParaRPr lang="ko-KR" altLang="en-US" dirty="0"/>
            </a:p>
          </p:txBody>
        </p:sp>
        <p:sp>
          <p:nvSpPr>
            <p:cNvPr id="12" name="직사각형 11"/>
            <p:cNvSpPr/>
            <p:nvPr/>
          </p:nvSpPr>
          <p:spPr>
            <a:xfrm>
              <a:off x="8353741" y="5966964"/>
              <a:ext cx="497252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b="1" smtClean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⑥</a:t>
              </a:r>
              <a:r>
                <a:rPr lang="en-US" altLang="ko-KR" b="1" dirty="0" smtClean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endParaRPr lang="ko-KR" altLang="en-US" dirty="0"/>
            </a:p>
          </p:txBody>
        </p:sp>
        <p:sp>
          <p:nvSpPr>
            <p:cNvPr id="59" name="직사각형 58"/>
            <p:cNvSpPr/>
            <p:nvPr/>
          </p:nvSpPr>
          <p:spPr>
            <a:xfrm>
              <a:off x="4212198" y="4672117"/>
              <a:ext cx="700833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1000" dirty="0" smtClean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Layout</a:t>
              </a:r>
            </a:p>
            <a:p>
              <a:r>
                <a:rPr lang="en-US" altLang="ko-KR" sz="1000" dirty="0" smtClean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template</a:t>
              </a:r>
              <a:endParaRPr lang="ko-KR" altLang="en-US" sz="1000" dirty="0"/>
            </a:p>
          </p:txBody>
        </p:sp>
        <p:sp>
          <p:nvSpPr>
            <p:cNvPr id="60" name="직사각형 59"/>
            <p:cNvSpPr/>
            <p:nvPr/>
          </p:nvSpPr>
          <p:spPr>
            <a:xfrm>
              <a:off x="4563609" y="5829461"/>
              <a:ext cx="676788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1000" dirty="0" smtClean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Network</a:t>
              </a:r>
              <a:endParaRPr lang="ko-KR" altLang="en-US" sz="1000" dirty="0"/>
            </a:p>
          </p:txBody>
        </p:sp>
        <p:sp>
          <p:nvSpPr>
            <p:cNvPr id="40" name="직사각형 39"/>
            <p:cNvSpPr/>
            <p:nvPr/>
          </p:nvSpPr>
          <p:spPr>
            <a:xfrm>
              <a:off x="7331359" y="5194953"/>
              <a:ext cx="622286" cy="2616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1100" dirty="0" err="1">
                  <a:latin typeface="맑은 고딕" panose="020B0503020000020004" pitchFamily="50" charset="-127"/>
                  <a:ea typeface="맑은 고딕" panose="020B0503020000020004" pitchFamily="50" charset="-127"/>
                </a:rPr>
                <a:t>Zigbee</a:t>
              </a:r>
              <a:endParaRPr lang="ko-KR" altLang="en-US" sz="1100"/>
            </a:p>
          </p:txBody>
        </p:sp>
        <p:sp>
          <p:nvSpPr>
            <p:cNvPr id="62" name="직사각형 61"/>
            <p:cNvSpPr/>
            <p:nvPr/>
          </p:nvSpPr>
          <p:spPr>
            <a:xfrm>
              <a:off x="776536" y="4429154"/>
              <a:ext cx="452368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1000" dirty="0" smtClean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Web</a:t>
              </a:r>
              <a:endParaRPr lang="ko-KR" altLang="en-US" sz="1000" dirty="0"/>
            </a:p>
          </p:txBody>
        </p:sp>
        <p:sp>
          <p:nvSpPr>
            <p:cNvPr id="63" name="직사각형 62"/>
            <p:cNvSpPr/>
            <p:nvPr/>
          </p:nvSpPr>
          <p:spPr>
            <a:xfrm>
              <a:off x="795530" y="5560940"/>
              <a:ext cx="423514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1000" dirty="0" smtClean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App</a:t>
              </a:r>
              <a:endParaRPr lang="ko-KR" altLang="en-US" sz="1000" dirty="0"/>
            </a:p>
          </p:txBody>
        </p:sp>
        <p:sp>
          <p:nvSpPr>
            <p:cNvPr id="64" name="직사각형 63"/>
            <p:cNvSpPr/>
            <p:nvPr/>
          </p:nvSpPr>
          <p:spPr>
            <a:xfrm>
              <a:off x="2753077" y="4960278"/>
              <a:ext cx="543739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1000" dirty="0" smtClean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Server</a:t>
              </a:r>
              <a:endParaRPr lang="ko-KR" altLang="en-US" sz="1000" dirty="0"/>
            </a:p>
          </p:txBody>
        </p:sp>
        <p:sp>
          <p:nvSpPr>
            <p:cNvPr id="65" name="직사각형 64"/>
            <p:cNvSpPr/>
            <p:nvPr/>
          </p:nvSpPr>
          <p:spPr>
            <a:xfrm>
              <a:off x="5227440" y="4183953"/>
              <a:ext cx="1311578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1000" dirty="0" smtClean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Template Editor PC</a:t>
              </a:r>
              <a:endParaRPr lang="ko-KR" altLang="en-US" sz="1000" dirty="0"/>
            </a:p>
          </p:txBody>
        </p:sp>
        <p:sp>
          <p:nvSpPr>
            <p:cNvPr id="66" name="직사각형 65"/>
            <p:cNvSpPr/>
            <p:nvPr/>
          </p:nvSpPr>
          <p:spPr>
            <a:xfrm>
              <a:off x="6264260" y="5837009"/>
              <a:ext cx="1010213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1000" dirty="0" smtClean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ESL Gateway+</a:t>
              </a:r>
              <a:endParaRPr lang="ko-KR" altLang="en-US" sz="1000" dirty="0"/>
            </a:p>
          </p:txBody>
        </p:sp>
        <p:cxnSp>
          <p:nvCxnSpPr>
            <p:cNvPr id="68" name="직선 화살표 연결선 67"/>
            <p:cNvCxnSpPr/>
            <p:nvPr/>
          </p:nvCxnSpPr>
          <p:spPr>
            <a:xfrm flipV="1">
              <a:off x="1755370" y="5445151"/>
              <a:ext cx="626264" cy="9825"/>
            </a:xfrm>
            <a:prstGeom prst="straightConnector1">
              <a:avLst/>
            </a:prstGeom>
            <a:ln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9" name="직사각형 68"/>
            <p:cNvSpPr/>
            <p:nvPr/>
          </p:nvSpPr>
          <p:spPr>
            <a:xfrm>
              <a:off x="1859785" y="4981299"/>
              <a:ext cx="415498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b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②</a:t>
              </a:r>
              <a:endParaRPr lang="ko-KR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5568963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1_표지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2_목차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사용자 지정 1">
      <a:majorFont>
        <a:latin typeface="Arial"/>
        <a:ea typeface="맑은 고딕"/>
        <a:cs typeface=""/>
      </a:majorFont>
      <a:minorFont>
        <a:latin typeface="Arial"/>
        <a:ea typeface="맑은 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3_내지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4_내지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5097</TotalTime>
  <Words>510</Words>
  <Application>Microsoft Office PowerPoint</Application>
  <PresentationFormat>A4 용지(210x297mm)</PresentationFormat>
  <Paragraphs>137</Paragraphs>
  <Slides>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4</vt:i4>
      </vt:variant>
      <vt:variant>
        <vt:lpstr>슬라이드 제목</vt:lpstr>
      </vt:variant>
      <vt:variant>
        <vt:i4>6</vt:i4>
      </vt:variant>
    </vt:vector>
  </HeadingPairs>
  <TitlesOfParts>
    <vt:vector size="15" baseType="lpstr">
      <vt:lpstr>KoPub돋움체 Bold</vt:lpstr>
      <vt:lpstr>굴림</vt:lpstr>
      <vt:lpstr>맑은 고딕</vt:lpstr>
      <vt:lpstr>-윤고딕130</vt:lpstr>
      <vt:lpstr>Arial</vt:lpstr>
      <vt:lpstr>1_표지</vt:lpstr>
      <vt:lpstr>2_목차</vt:lpstr>
      <vt:lpstr>3_내지</vt:lpstr>
      <vt:lpstr>4_내지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HOME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이동운</dc:creator>
  <cp:lastModifiedBy>Microsoft 계정</cp:lastModifiedBy>
  <cp:revision>190</cp:revision>
  <cp:lastPrinted>2015-12-30T00:41:20Z</cp:lastPrinted>
  <dcterms:created xsi:type="dcterms:W3CDTF">2008-05-20T08:40:40Z</dcterms:created>
  <dcterms:modified xsi:type="dcterms:W3CDTF">2021-08-26T01:28:49Z</dcterms:modified>
</cp:coreProperties>
</file>