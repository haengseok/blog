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로그인" id="{80FC0140-E66B-4C1C-935B-F7CDB04C5F31}">
          <p14:sldIdLst>
            <p14:sldId id="256"/>
            <p14:sldId id="257"/>
            <p14:sldId id="258"/>
            <p14:sldId id="259"/>
            <p14:sldId id="261"/>
            <p14:sldId id="260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4C084-18B3-487D-917F-6C5ADCE85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8AC93B-0A55-483C-B72A-61B474C91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5E398-F1F5-4D45-9007-CE734BC0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9E4869-21F1-40B3-8CE0-ACF278F0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3C1B6F-0379-491C-AAD8-A8B20F97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80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02B55-BB33-4D52-81DC-4AD88D200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21C35-6290-4D53-9460-C1419627B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769AA1-18E3-4D17-865F-72F398E3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D2F2EF-4359-4042-80A6-12A9F456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D80FF4-A631-420F-8401-B0E1BEBE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87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22933-875A-4057-B452-B241565E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5F5BF3-0716-4651-B375-416ED83B8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2CD647-E6CB-41EF-92B9-A755FEB0D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02EB3-F700-4BF4-9C64-5E358C04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078C6-D433-44DC-AD1D-91DAFBD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19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C77B3-1F4E-4EA4-BEC3-35147BD4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78F2A-75EE-4FD1-AFF5-FF6F7FECF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4B6C50-8139-41EF-996A-27711F818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D5BD8D-56FC-4698-B186-8ACB24B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2D77C-2E2A-46D3-9CBE-A67B8E27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C333ED-503A-4EF0-A2A9-781CAFC8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04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F013E-78D4-4044-8982-DF06C720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24F137-AB4D-4A1A-92A9-ED1BE6813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E691C1-CDCB-48D1-ACBF-9BA12EDF0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217327-7B28-42DD-993F-EC7A715EA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56ED3F-F973-4052-9A65-B0ACFAE9E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0FC833-4868-426E-B1BC-CA61D01D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9318BE-E646-42AE-95A8-D5A09DDD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50BDE9-156B-4A71-8C0A-F0BAE130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93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8A53C-5CDB-436F-AF7C-CF2EFE5BD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98AFB6-5E42-470E-8216-083E00E1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20460-A0E8-457A-9DAF-C9B04F52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0AF623-9105-4EDE-A579-9236412A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67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F8B284-6771-4834-9EFA-49F899F3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31FB8B-3EA7-4376-8798-A32C7FB8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D0799-F692-4E4A-8BCB-B9A9C905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60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CDCA8-7EE8-471A-B25A-93054819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1BFECD-F2C5-405A-A74E-4313B9F7A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298498-10B3-457D-AABD-C3F6E2C02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4F3A8F-7E5D-4ACD-962D-CB88433C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A9F842-ED47-46FE-B95B-C6D93603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FB7C21-0A19-45D6-B126-B484E82C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23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1F397-A59D-4E67-80C7-69667EF6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AFF8E4-C21C-4A10-8E2B-E2DE7AB10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0F435E-14FB-4FE1-B9AD-E4928EEAD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BF0322-7B5F-42B5-87F6-3D78374B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BEEBAB-858E-4053-8602-BA9490D7E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283B51-A26B-4F6D-AC74-B7B56ED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96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415BB-7864-4E44-A027-A50418B45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EF81B8-51B9-4447-AB34-F917C2D87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85FE4-C480-4269-B1EC-750D1267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2B75BE-8B3A-492B-9BE2-6572ADB1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3F5C7A-A26C-4B72-BA06-4D2B1022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55198F-9442-475B-8074-23CAA5013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70EDB7-D322-49DA-8BE2-0252D4E92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AD7ED-0C80-4E90-9A66-EB5FF745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514F94-1412-4457-8E16-C4C4AAD2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DA34C-894D-4E8A-BFD9-48441444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37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8C3BDC-9664-4599-8830-D7F304603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5020B-C137-4CE1-BCE7-3DF1FC827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89D044-9172-42C8-A57F-FF7957807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E9C20-8D74-4225-915A-4417C2B43A9A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B193F1-6D42-441A-A796-95333B0B2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70295-9FF2-4A37-B8FD-216E5053A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D39D3-5C4C-4E8A-94A5-551F0300AE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1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F94E5C-2ECC-4B47-845A-BA3D83907478}"/>
              </a:ext>
            </a:extLst>
          </p:cNvPr>
          <p:cNvSpPr/>
          <p:nvPr/>
        </p:nvSpPr>
        <p:spPr>
          <a:xfrm>
            <a:off x="2796465" y="1580224"/>
            <a:ext cx="6676009" cy="456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                                                    </a:t>
            </a:r>
            <a:r>
              <a:rPr lang="ko-KR" altLang="en-US" sz="1400" dirty="0"/>
              <a:t>회원가입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D12B041-8AF6-44C9-90B4-9C1A1061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800" dirty="0"/>
              <a:t>로그인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27CFC9-1D6F-4778-B03A-36BC82F58C83}"/>
              </a:ext>
            </a:extLst>
          </p:cNvPr>
          <p:cNvSpPr/>
          <p:nvPr/>
        </p:nvSpPr>
        <p:spPr>
          <a:xfrm>
            <a:off x="3688672" y="2080165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아이디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DF0B34-6C6F-4016-A122-D50090B68241}"/>
              </a:ext>
            </a:extLst>
          </p:cNvPr>
          <p:cNvSpPr/>
          <p:nvPr/>
        </p:nvSpPr>
        <p:spPr>
          <a:xfrm>
            <a:off x="3688672" y="2905788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비밀번호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5C14DD-556E-4638-8D10-4886C642317E}"/>
              </a:ext>
            </a:extLst>
          </p:cNvPr>
          <p:cNvSpPr/>
          <p:nvPr/>
        </p:nvSpPr>
        <p:spPr>
          <a:xfrm>
            <a:off x="3688672" y="3848470"/>
            <a:ext cx="4918228" cy="4943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로 그 인</a:t>
            </a:r>
          </a:p>
        </p:txBody>
      </p:sp>
    </p:spTree>
    <p:extLst>
      <p:ext uri="{BB962C8B-B14F-4D97-AF65-F5344CB8AC3E}">
        <p14:creationId xmlns:p14="http://schemas.microsoft.com/office/powerpoint/2010/main" val="2787629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C16C4-6995-45BC-A570-0888EF51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800" dirty="0"/>
              <a:t>회원가입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791DA-5BEC-401F-AE17-4857C4FFCA00}"/>
              </a:ext>
            </a:extLst>
          </p:cNvPr>
          <p:cNvSpPr/>
          <p:nvPr/>
        </p:nvSpPr>
        <p:spPr>
          <a:xfrm>
            <a:off x="2796465" y="1580224"/>
            <a:ext cx="6676009" cy="45631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                                         </a:t>
            </a:r>
            <a:r>
              <a:rPr lang="ko-KR" altLang="en-US" dirty="0"/>
              <a:t>여성       남성</a:t>
            </a:r>
            <a:r>
              <a:rPr lang="en-US" altLang="ko-KR" dirty="0"/>
              <a:t>                                                    </a:t>
            </a:r>
            <a:endParaRPr lang="ko-KR" altLang="en-US" sz="1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8790E5-F3DC-41C0-8A86-811EEDFE9132}"/>
              </a:ext>
            </a:extLst>
          </p:cNvPr>
          <p:cNvSpPr/>
          <p:nvPr/>
        </p:nvSpPr>
        <p:spPr>
          <a:xfrm>
            <a:off x="3688672" y="2080165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아이디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7D52DC-BF69-4BC2-B9FB-A8A48F797045}"/>
              </a:ext>
            </a:extLst>
          </p:cNvPr>
          <p:cNvSpPr/>
          <p:nvPr/>
        </p:nvSpPr>
        <p:spPr>
          <a:xfrm>
            <a:off x="3675355" y="2825730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비밀번호</a:t>
            </a:r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	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C04DB9-E94E-474E-9E4D-F17214A167A2}"/>
              </a:ext>
            </a:extLst>
          </p:cNvPr>
          <p:cNvSpPr/>
          <p:nvPr/>
        </p:nvSpPr>
        <p:spPr>
          <a:xfrm>
            <a:off x="3688672" y="3571295"/>
            <a:ext cx="4918228" cy="494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2">
                    <a:lumMod val="90000"/>
                  </a:schemeClr>
                </a:solidFill>
              </a:rPr>
              <a:t>이름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4DDC137-C578-42A2-A51D-DE34388688F1}"/>
              </a:ext>
            </a:extLst>
          </p:cNvPr>
          <p:cNvSpPr/>
          <p:nvPr/>
        </p:nvSpPr>
        <p:spPr>
          <a:xfrm>
            <a:off x="7783129" y="4316860"/>
            <a:ext cx="164238" cy="1611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DDED4FA-1515-4F28-9FE7-38D76A4142EB}"/>
              </a:ext>
            </a:extLst>
          </p:cNvPr>
          <p:cNvSpPr/>
          <p:nvPr/>
        </p:nvSpPr>
        <p:spPr>
          <a:xfrm>
            <a:off x="6755907" y="4316860"/>
            <a:ext cx="164238" cy="1611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BF3958-23E9-4E54-828B-1E4A951B8171}"/>
              </a:ext>
            </a:extLst>
          </p:cNvPr>
          <p:cNvSpPr/>
          <p:nvPr/>
        </p:nvSpPr>
        <p:spPr>
          <a:xfrm>
            <a:off x="3688672" y="4931545"/>
            <a:ext cx="4918228" cy="4943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회 원 가 입</a:t>
            </a:r>
          </a:p>
        </p:txBody>
      </p:sp>
    </p:spTree>
    <p:extLst>
      <p:ext uri="{BB962C8B-B14F-4D97-AF65-F5344CB8AC3E}">
        <p14:creationId xmlns:p14="http://schemas.microsoft.com/office/powerpoint/2010/main" val="155524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A55F241-3CF7-49F3-AA4D-AB9841C5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27333"/>
          </a:xfrm>
        </p:spPr>
        <p:txBody>
          <a:bodyPr>
            <a:normAutofit/>
          </a:bodyPr>
          <a:lstStyle/>
          <a:p>
            <a:pPr algn="ctr"/>
            <a:r>
              <a:rPr lang="ko-KR" altLang="en-US" sz="1100" b="1" dirty="0"/>
              <a:t>                                                                                                                          로그아웃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3E8B17-C83D-41B0-8543-7C8F5AB302ED}"/>
              </a:ext>
            </a:extLst>
          </p:cNvPr>
          <p:cNvSpPr/>
          <p:nvPr/>
        </p:nvSpPr>
        <p:spPr>
          <a:xfrm>
            <a:off x="2441359" y="790113"/>
            <a:ext cx="7066625" cy="18288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회사 관련 정보나 이미지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EBF66BF-E208-4804-8B64-16C849B81864}"/>
              </a:ext>
            </a:extLst>
          </p:cNvPr>
          <p:cNvSpPr/>
          <p:nvPr/>
        </p:nvSpPr>
        <p:spPr>
          <a:xfrm>
            <a:off x="9152878" y="1500326"/>
            <a:ext cx="168675" cy="23082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191E72E-8F4C-4061-AC73-8CEA3EA56F0E}"/>
              </a:ext>
            </a:extLst>
          </p:cNvPr>
          <p:cNvSpPr/>
          <p:nvPr/>
        </p:nvSpPr>
        <p:spPr>
          <a:xfrm flipH="1">
            <a:off x="2539014" y="1500326"/>
            <a:ext cx="168675" cy="230820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7035B6A-5228-452C-A344-FB120192C693}"/>
              </a:ext>
            </a:extLst>
          </p:cNvPr>
          <p:cNvSpPr/>
          <p:nvPr/>
        </p:nvSpPr>
        <p:spPr>
          <a:xfrm>
            <a:off x="5587013" y="2388093"/>
            <a:ext cx="115410" cy="1154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7955796-6E28-44AE-9B55-378E44498AB3}"/>
              </a:ext>
            </a:extLst>
          </p:cNvPr>
          <p:cNvSpPr/>
          <p:nvPr/>
        </p:nvSpPr>
        <p:spPr>
          <a:xfrm>
            <a:off x="5859261" y="2388093"/>
            <a:ext cx="115410" cy="1154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4394B6A-4D8F-4B8A-8C8E-8C6BC28686B5}"/>
              </a:ext>
            </a:extLst>
          </p:cNvPr>
          <p:cNvSpPr/>
          <p:nvPr/>
        </p:nvSpPr>
        <p:spPr>
          <a:xfrm>
            <a:off x="6101921" y="2388093"/>
            <a:ext cx="115410" cy="1154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8AF111-899B-4D8A-8528-50F7F4A470D8}"/>
              </a:ext>
            </a:extLst>
          </p:cNvPr>
          <p:cNvSpPr/>
          <p:nvPr/>
        </p:nvSpPr>
        <p:spPr>
          <a:xfrm>
            <a:off x="2441359" y="2894119"/>
            <a:ext cx="3062796" cy="17045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ESL </a:t>
            </a:r>
            <a:r>
              <a:rPr lang="ko-KR" altLang="en-US" dirty="0"/>
              <a:t>배치 도면도 전개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2A15BD-DEDF-4333-B959-9BF86AA16880}"/>
              </a:ext>
            </a:extLst>
          </p:cNvPr>
          <p:cNvSpPr/>
          <p:nvPr/>
        </p:nvSpPr>
        <p:spPr>
          <a:xfrm>
            <a:off x="6445188" y="2894119"/>
            <a:ext cx="3062796" cy="17045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ESL </a:t>
            </a:r>
            <a:r>
              <a:rPr lang="ko-KR" altLang="en-US" dirty="0"/>
              <a:t>활성화 현황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56F11AC-BCAE-47B0-9FD5-A82B62FA1180}"/>
              </a:ext>
            </a:extLst>
          </p:cNvPr>
          <p:cNvCxnSpPr/>
          <p:nvPr/>
        </p:nvCxnSpPr>
        <p:spPr>
          <a:xfrm>
            <a:off x="2441359" y="4980373"/>
            <a:ext cx="706662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00EB63-DEDA-487D-9E49-B92B2F617520}"/>
              </a:ext>
            </a:extLst>
          </p:cNvPr>
          <p:cNvSpPr/>
          <p:nvPr/>
        </p:nvSpPr>
        <p:spPr>
          <a:xfrm>
            <a:off x="2441359" y="5459767"/>
            <a:ext cx="7066625" cy="44388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기타 정보</a:t>
            </a:r>
          </a:p>
        </p:txBody>
      </p:sp>
    </p:spTree>
    <p:extLst>
      <p:ext uri="{BB962C8B-B14F-4D97-AF65-F5344CB8AC3E}">
        <p14:creationId xmlns:p14="http://schemas.microsoft.com/office/powerpoint/2010/main" val="187205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8B5F105-3638-4E59-AAC0-459C044B2043}"/>
              </a:ext>
            </a:extLst>
          </p:cNvPr>
          <p:cNvSpPr/>
          <p:nvPr/>
        </p:nvSpPr>
        <p:spPr>
          <a:xfrm>
            <a:off x="1447060" y="568170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29CF9C-0E39-4F41-BAA4-3061D8D37D8F}"/>
              </a:ext>
            </a:extLst>
          </p:cNvPr>
          <p:cNvSpPr/>
          <p:nvPr/>
        </p:nvSpPr>
        <p:spPr>
          <a:xfrm>
            <a:off x="2664781" y="568170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294140-1A12-4419-8FAA-866D2EDB72DF}"/>
              </a:ext>
            </a:extLst>
          </p:cNvPr>
          <p:cNvSpPr/>
          <p:nvPr/>
        </p:nvSpPr>
        <p:spPr>
          <a:xfrm>
            <a:off x="1447060" y="1883545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김연주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Wod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6B6704-1E6E-46D3-A58A-906B8ED384C1}"/>
              </a:ext>
            </a:extLst>
          </p:cNvPr>
          <p:cNvSpPr/>
          <p:nvPr/>
        </p:nvSpPr>
        <p:spPr>
          <a:xfrm>
            <a:off x="2664781" y="1883545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박이슬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Asdlkj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DC7CAD-BC43-4392-9440-06D29CA5A23C}"/>
              </a:ext>
            </a:extLst>
          </p:cNvPr>
          <p:cNvSpPr/>
          <p:nvPr/>
        </p:nvSpPr>
        <p:spPr>
          <a:xfrm>
            <a:off x="2664781" y="3145656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정태환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Eicze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A014C0-0E95-41DE-A59D-FCEB75676D9C}"/>
              </a:ext>
            </a:extLst>
          </p:cNvPr>
          <p:cNvSpPr/>
          <p:nvPr/>
        </p:nvSpPr>
        <p:spPr>
          <a:xfrm>
            <a:off x="1447060" y="3145656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57C59B-6366-4C51-923B-A331E615B8D2}"/>
              </a:ext>
            </a:extLst>
          </p:cNvPr>
          <p:cNvSpPr/>
          <p:nvPr/>
        </p:nvSpPr>
        <p:spPr>
          <a:xfrm>
            <a:off x="1447060" y="4407767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구지환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Doxcw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E52C6B-AA15-4BA9-B426-7659668BD5E6}"/>
              </a:ext>
            </a:extLst>
          </p:cNvPr>
          <p:cNvSpPr/>
          <p:nvPr/>
        </p:nvSpPr>
        <p:spPr>
          <a:xfrm>
            <a:off x="2664781" y="442108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9EB489-1BFF-463A-82CC-E190FE8ED0EF}"/>
              </a:ext>
            </a:extLst>
          </p:cNvPr>
          <p:cNvSpPr/>
          <p:nvPr/>
        </p:nvSpPr>
        <p:spPr>
          <a:xfrm>
            <a:off x="1447060" y="566174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9CD2EB-418A-4CDF-AF7F-E5F159CE66C6}"/>
              </a:ext>
            </a:extLst>
          </p:cNvPr>
          <p:cNvSpPr/>
          <p:nvPr/>
        </p:nvSpPr>
        <p:spPr>
          <a:xfrm>
            <a:off x="2664781" y="566174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8FF906-0DAB-4943-86CE-623964B899D2}"/>
              </a:ext>
            </a:extLst>
          </p:cNvPr>
          <p:cNvSpPr/>
          <p:nvPr/>
        </p:nvSpPr>
        <p:spPr>
          <a:xfrm>
            <a:off x="4607511" y="568170"/>
            <a:ext cx="6329778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609D6F-123D-4E17-83F0-6AF506087E65}"/>
              </a:ext>
            </a:extLst>
          </p:cNvPr>
          <p:cNvSpPr/>
          <p:nvPr/>
        </p:nvSpPr>
        <p:spPr>
          <a:xfrm>
            <a:off x="4607511" y="1883545"/>
            <a:ext cx="6329778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F39169-C336-4F83-A7DC-0C54F5D43819}"/>
              </a:ext>
            </a:extLst>
          </p:cNvPr>
          <p:cNvSpPr/>
          <p:nvPr/>
        </p:nvSpPr>
        <p:spPr>
          <a:xfrm>
            <a:off x="4607511" y="3338004"/>
            <a:ext cx="5015883" cy="2323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2E23B7B0-E990-4618-8BCD-60C66038ACFA}"/>
              </a:ext>
            </a:extLst>
          </p:cNvPr>
          <p:cNvSpPr/>
          <p:nvPr/>
        </p:nvSpPr>
        <p:spPr>
          <a:xfrm flipH="1">
            <a:off x="10173810" y="5661741"/>
            <a:ext cx="763479" cy="747937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01156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8B5F105-3638-4E59-AAC0-459C044B2043}"/>
              </a:ext>
            </a:extLst>
          </p:cNvPr>
          <p:cNvSpPr/>
          <p:nvPr/>
        </p:nvSpPr>
        <p:spPr>
          <a:xfrm>
            <a:off x="1447060" y="568170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29CF9C-0E39-4F41-BAA4-3061D8D37D8F}"/>
              </a:ext>
            </a:extLst>
          </p:cNvPr>
          <p:cNvSpPr/>
          <p:nvPr/>
        </p:nvSpPr>
        <p:spPr>
          <a:xfrm>
            <a:off x="2664781" y="568170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294140-1A12-4419-8FAA-866D2EDB72DF}"/>
              </a:ext>
            </a:extLst>
          </p:cNvPr>
          <p:cNvSpPr/>
          <p:nvPr/>
        </p:nvSpPr>
        <p:spPr>
          <a:xfrm>
            <a:off x="1447060" y="1883545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김연주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Wod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6B6704-1E6E-46D3-A58A-906B8ED384C1}"/>
              </a:ext>
            </a:extLst>
          </p:cNvPr>
          <p:cNvSpPr/>
          <p:nvPr/>
        </p:nvSpPr>
        <p:spPr>
          <a:xfrm>
            <a:off x="2664781" y="1883545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박이슬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Asdlkj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DC7CAD-BC43-4392-9440-06D29CA5A23C}"/>
              </a:ext>
            </a:extLst>
          </p:cNvPr>
          <p:cNvSpPr/>
          <p:nvPr/>
        </p:nvSpPr>
        <p:spPr>
          <a:xfrm>
            <a:off x="2664781" y="3145656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정태환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Eicze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A014C0-0E95-41DE-A59D-FCEB75676D9C}"/>
              </a:ext>
            </a:extLst>
          </p:cNvPr>
          <p:cNvSpPr/>
          <p:nvPr/>
        </p:nvSpPr>
        <p:spPr>
          <a:xfrm>
            <a:off x="1447060" y="3145656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57C59B-6366-4C51-923B-A331E615B8D2}"/>
              </a:ext>
            </a:extLst>
          </p:cNvPr>
          <p:cNvSpPr/>
          <p:nvPr/>
        </p:nvSpPr>
        <p:spPr>
          <a:xfrm>
            <a:off x="1447060" y="4407767"/>
            <a:ext cx="9144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구지환</a:t>
            </a:r>
            <a:endParaRPr lang="en-US" altLang="ko-KR" sz="1050" dirty="0"/>
          </a:p>
          <a:p>
            <a:pPr algn="ctr"/>
            <a:r>
              <a:rPr lang="en-US" altLang="ko-KR" sz="1050" dirty="0" err="1"/>
              <a:t>Doxcw</a:t>
            </a:r>
            <a:r>
              <a:rPr lang="en-US" altLang="ko-KR" sz="1050" dirty="0"/>
              <a:t>****</a:t>
            </a:r>
            <a:endParaRPr lang="ko-KR" altLang="en-US" sz="105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E52C6B-AA15-4BA9-B426-7659668BD5E6}"/>
              </a:ext>
            </a:extLst>
          </p:cNvPr>
          <p:cNvSpPr/>
          <p:nvPr/>
        </p:nvSpPr>
        <p:spPr>
          <a:xfrm>
            <a:off x="2664781" y="442108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9EB489-1BFF-463A-82CC-E190FE8ED0EF}"/>
              </a:ext>
            </a:extLst>
          </p:cNvPr>
          <p:cNvSpPr/>
          <p:nvPr/>
        </p:nvSpPr>
        <p:spPr>
          <a:xfrm>
            <a:off x="1447060" y="566174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9CD2EB-418A-4CDF-AF7F-E5F159CE66C6}"/>
              </a:ext>
            </a:extLst>
          </p:cNvPr>
          <p:cNvSpPr/>
          <p:nvPr/>
        </p:nvSpPr>
        <p:spPr>
          <a:xfrm>
            <a:off x="2664781" y="5661741"/>
            <a:ext cx="9144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8FF906-0DAB-4943-86CE-623964B899D2}"/>
              </a:ext>
            </a:extLst>
          </p:cNvPr>
          <p:cNvSpPr/>
          <p:nvPr/>
        </p:nvSpPr>
        <p:spPr>
          <a:xfrm>
            <a:off x="4607511" y="568170"/>
            <a:ext cx="6329778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609D6F-123D-4E17-83F0-6AF506087E65}"/>
              </a:ext>
            </a:extLst>
          </p:cNvPr>
          <p:cNvSpPr/>
          <p:nvPr/>
        </p:nvSpPr>
        <p:spPr>
          <a:xfrm>
            <a:off x="4607511" y="1883545"/>
            <a:ext cx="6329778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F39169-C336-4F83-A7DC-0C54F5D43819}"/>
              </a:ext>
            </a:extLst>
          </p:cNvPr>
          <p:cNvSpPr/>
          <p:nvPr/>
        </p:nvSpPr>
        <p:spPr>
          <a:xfrm>
            <a:off x="4607511" y="3338004"/>
            <a:ext cx="5015883" cy="23237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2E23B7B0-E990-4618-8BCD-60C66038ACFA}"/>
              </a:ext>
            </a:extLst>
          </p:cNvPr>
          <p:cNvSpPr/>
          <p:nvPr/>
        </p:nvSpPr>
        <p:spPr>
          <a:xfrm flipH="1">
            <a:off x="10173810" y="5661741"/>
            <a:ext cx="763479" cy="747937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94F95E-65CD-4C6D-926B-D2FA130D7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655108-7D88-4147-B021-E5AFF5674DED}"/>
              </a:ext>
            </a:extLst>
          </p:cNvPr>
          <p:cNvSpPr/>
          <p:nvPr/>
        </p:nvSpPr>
        <p:spPr>
          <a:xfrm>
            <a:off x="2814221" y="985421"/>
            <a:ext cx="6471822" cy="52289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수정사항 혹은 내용기입</a:t>
            </a:r>
          </a:p>
        </p:txBody>
      </p:sp>
    </p:spTree>
    <p:extLst>
      <p:ext uri="{BB962C8B-B14F-4D97-AF65-F5344CB8AC3E}">
        <p14:creationId xmlns:p14="http://schemas.microsoft.com/office/powerpoint/2010/main" val="419954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A98CC58-896A-4C3C-9BA0-33268FEA775B}"/>
              </a:ext>
            </a:extLst>
          </p:cNvPr>
          <p:cNvSpPr/>
          <p:nvPr/>
        </p:nvSpPr>
        <p:spPr>
          <a:xfrm>
            <a:off x="3142695" y="328476"/>
            <a:ext cx="6320901" cy="610783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DE2247-1359-40A9-8C27-28F19C13FAFD}"/>
              </a:ext>
            </a:extLst>
          </p:cNvPr>
          <p:cNvSpPr/>
          <p:nvPr/>
        </p:nvSpPr>
        <p:spPr>
          <a:xfrm>
            <a:off x="3804081" y="550416"/>
            <a:ext cx="5042517" cy="51490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>
                    <a:lumMod val="50000"/>
                  </a:schemeClr>
                </a:solidFill>
              </a:rPr>
              <a:t>수정내용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4F556B-A8E8-45C7-AC26-F86DABB17243}"/>
              </a:ext>
            </a:extLst>
          </p:cNvPr>
          <p:cNvSpPr/>
          <p:nvPr/>
        </p:nvSpPr>
        <p:spPr>
          <a:xfrm>
            <a:off x="3804081" y="1469254"/>
            <a:ext cx="5042517" cy="412811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8B7D0B-57C2-49C7-BE4F-BFD4126A3089}"/>
              </a:ext>
            </a:extLst>
          </p:cNvPr>
          <p:cNvSpPr/>
          <p:nvPr/>
        </p:nvSpPr>
        <p:spPr>
          <a:xfrm>
            <a:off x="8171148" y="5814874"/>
            <a:ext cx="685063" cy="3861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확인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ED02D06-D4A7-42E2-ABC3-E823EE2C388A}"/>
              </a:ext>
            </a:extLst>
          </p:cNvPr>
          <p:cNvCxnSpPr/>
          <p:nvPr/>
        </p:nvCxnSpPr>
        <p:spPr>
          <a:xfrm>
            <a:off x="4092606" y="1855433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8395325-31B0-4644-AD08-EB90A5F18065}"/>
              </a:ext>
            </a:extLst>
          </p:cNvPr>
          <p:cNvCxnSpPr/>
          <p:nvPr/>
        </p:nvCxnSpPr>
        <p:spPr>
          <a:xfrm>
            <a:off x="4092601" y="2158753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2A4C66-B23A-4D78-ABB5-D023709B946F}"/>
              </a:ext>
            </a:extLst>
          </p:cNvPr>
          <p:cNvCxnSpPr/>
          <p:nvPr/>
        </p:nvCxnSpPr>
        <p:spPr>
          <a:xfrm>
            <a:off x="4092601" y="2469471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11A7568-8BE4-4A69-AD65-F57E140FE7FA}"/>
              </a:ext>
            </a:extLst>
          </p:cNvPr>
          <p:cNvCxnSpPr/>
          <p:nvPr/>
        </p:nvCxnSpPr>
        <p:spPr>
          <a:xfrm>
            <a:off x="4092601" y="4733277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D3EB854-AB6F-435C-9F9C-12F77E374E41}"/>
              </a:ext>
            </a:extLst>
          </p:cNvPr>
          <p:cNvCxnSpPr/>
          <p:nvPr/>
        </p:nvCxnSpPr>
        <p:spPr>
          <a:xfrm>
            <a:off x="4092601" y="2780191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08DE456-E204-42DA-86C5-EE5355073258}"/>
              </a:ext>
            </a:extLst>
          </p:cNvPr>
          <p:cNvCxnSpPr/>
          <p:nvPr/>
        </p:nvCxnSpPr>
        <p:spPr>
          <a:xfrm>
            <a:off x="4092601" y="3099786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E7B4BA-AB75-438E-9A8B-AC32C2083618}"/>
              </a:ext>
            </a:extLst>
          </p:cNvPr>
          <p:cNvCxnSpPr/>
          <p:nvPr/>
        </p:nvCxnSpPr>
        <p:spPr>
          <a:xfrm>
            <a:off x="4092601" y="3403847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884B1BE-2BC5-4F5F-8C60-3F6B889154E9}"/>
              </a:ext>
            </a:extLst>
          </p:cNvPr>
          <p:cNvCxnSpPr/>
          <p:nvPr/>
        </p:nvCxnSpPr>
        <p:spPr>
          <a:xfrm>
            <a:off x="4092601" y="3721223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9B7F884-56C3-4DD3-AC6A-4B9E3D6646B3}"/>
              </a:ext>
            </a:extLst>
          </p:cNvPr>
          <p:cNvCxnSpPr/>
          <p:nvPr/>
        </p:nvCxnSpPr>
        <p:spPr>
          <a:xfrm>
            <a:off x="4092601" y="4067453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28DFE37-4E57-4648-A558-7708254A4B4C}"/>
              </a:ext>
            </a:extLst>
          </p:cNvPr>
          <p:cNvCxnSpPr/>
          <p:nvPr/>
        </p:nvCxnSpPr>
        <p:spPr>
          <a:xfrm>
            <a:off x="4092601" y="4404806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0609C5-B97C-49F4-94F2-9ECE6D11EC93}"/>
              </a:ext>
            </a:extLst>
          </p:cNvPr>
          <p:cNvSpPr/>
          <p:nvPr/>
        </p:nvSpPr>
        <p:spPr>
          <a:xfrm>
            <a:off x="7315188" y="5806735"/>
            <a:ext cx="685062" cy="3943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수정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E944304-5A2F-40D2-A60D-C0F8A7860961}"/>
              </a:ext>
            </a:extLst>
          </p:cNvPr>
          <p:cNvCxnSpPr/>
          <p:nvPr/>
        </p:nvCxnSpPr>
        <p:spPr>
          <a:xfrm>
            <a:off x="4092601" y="5107619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80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A98CC58-896A-4C3C-9BA0-33268FEA775B}"/>
              </a:ext>
            </a:extLst>
          </p:cNvPr>
          <p:cNvSpPr/>
          <p:nvPr/>
        </p:nvSpPr>
        <p:spPr>
          <a:xfrm>
            <a:off x="3142695" y="328476"/>
            <a:ext cx="6320901" cy="610783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DE2247-1359-40A9-8C27-28F19C13FAFD}"/>
              </a:ext>
            </a:extLst>
          </p:cNvPr>
          <p:cNvSpPr/>
          <p:nvPr/>
        </p:nvSpPr>
        <p:spPr>
          <a:xfrm>
            <a:off x="3804081" y="550416"/>
            <a:ext cx="5042517" cy="51490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>
                    <a:lumMod val="50000"/>
                  </a:schemeClr>
                </a:solidFill>
              </a:rPr>
              <a:t>수정내용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4F556B-A8E8-45C7-AC26-F86DABB17243}"/>
              </a:ext>
            </a:extLst>
          </p:cNvPr>
          <p:cNvSpPr/>
          <p:nvPr/>
        </p:nvSpPr>
        <p:spPr>
          <a:xfrm>
            <a:off x="3804081" y="1469254"/>
            <a:ext cx="5042517" cy="412811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8B7D0B-57C2-49C7-BE4F-BFD4126A3089}"/>
              </a:ext>
            </a:extLst>
          </p:cNvPr>
          <p:cNvSpPr/>
          <p:nvPr/>
        </p:nvSpPr>
        <p:spPr>
          <a:xfrm>
            <a:off x="8171148" y="5814874"/>
            <a:ext cx="685063" cy="3861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확인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ED02D06-D4A7-42E2-ABC3-E823EE2C388A}"/>
              </a:ext>
            </a:extLst>
          </p:cNvPr>
          <p:cNvCxnSpPr/>
          <p:nvPr/>
        </p:nvCxnSpPr>
        <p:spPr>
          <a:xfrm>
            <a:off x="4092606" y="1855433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8395325-31B0-4644-AD08-EB90A5F18065}"/>
              </a:ext>
            </a:extLst>
          </p:cNvPr>
          <p:cNvCxnSpPr/>
          <p:nvPr/>
        </p:nvCxnSpPr>
        <p:spPr>
          <a:xfrm>
            <a:off x="4092601" y="2158753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2A4C66-B23A-4D78-ABB5-D023709B946F}"/>
              </a:ext>
            </a:extLst>
          </p:cNvPr>
          <p:cNvCxnSpPr/>
          <p:nvPr/>
        </p:nvCxnSpPr>
        <p:spPr>
          <a:xfrm>
            <a:off x="4092601" y="2469471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11A7568-8BE4-4A69-AD65-F57E140FE7FA}"/>
              </a:ext>
            </a:extLst>
          </p:cNvPr>
          <p:cNvCxnSpPr/>
          <p:nvPr/>
        </p:nvCxnSpPr>
        <p:spPr>
          <a:xfrm>
            <a:off x="4092601" y="4733277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D3EB854-AB6F-435C-9F9C-12F77E374E41}"/>
              </a:ext>
            </a:extLst>
          </p:cNvPr>
          <p:cNvCxnSpPr/>
          <p:nvPr/>
        </p:nvCxnSpPr>
        <p:spPr>
          <a:xfrm>
            <a:off x="4092601" y="2780191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08DE456-E204-42DA-86C5-EE5355073258}"/>
              </a:ext>
            </a:extLst>
          </p:cNvPr>
          <p:cNvCxnSpPr/>
          <p:nvPr/>
        </p:nvCxnSpPr>
        <p:spPr>
          <a:xfrm>
            <a:off x="4092601" y="3099786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E7B4BA-AB75-438E-9A8B-AC32C2083618}"/>
              </a:ext>
            </a:extLst>
          </p:cNvPr>
          <p:cNvCxnSpPr/>
          <p:nvPr/>
        </p:nvCxnSpPr>
        <p:spPr>
          <a:xfrm>
            <a:off x="4092601" y="3403847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884B1BE-2BC5-4F5F-8C60-3F6B889154E9}"/>
              </a:ext>
            </a:extLst>
          </p:cNvPr>
          <p:cNvCxnSpPr/>
          <p:nvPr/>
        </p:nvCxnSpPr>
        <p:spPr>
          <a:xfrm>
            <a:off x="4092601" y="3721223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9B7F884-56C3-4DD3-AC6A-4B9E3D6646B3}"/>
              </a:ext>
            </a:extLst>
          </p:cNvPr>
          <p:cNvCxnSpPr/>
          <p:nvPr/>
        </p:nvCxnSpPr>
        <p:spPr>
          <a:xfrm>
            <a:off x="4092601" y="4067453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28DFE37-4E57-4648-A558-7708254A4B4C}"/>
              </a:ext>
            </a:extLst>
          </p:cNvPr>
          <p:cNvCxnSpPr/>
          <p:nvPr/>
        </p:nvCxnSpPr>
        <p:spPr>
          <a:xfrm>
            <a:off x="4092601" y="4404806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0609C5-B97C-49F4-94F2-9ECE6D11EC93}"/>
              </a:ext>
            </a:extLst>
          </p:cNvPr>
          <p:cNvSpPr/>
          <p:nvPr/>
        </p:nvSpPr>
        <p:spPr>
          <a:xfrm>
            <a:off x="7315188" y="5806735"/>
            <a:ext cx="685062" cy="3943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수정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E944304-5A2F-40D2-A60D-C0F8A7860961}"/>
              </a:ext>
            </a:extLst>
          </p:cNvPr>
          <p:cNvCxnSpPr/>
          <p:nvPr/>
        </p:nvCxnSpPr>
        <p:spPr>
          <a:xfrm>
            <a:off x="4092601" y="5107619"/>
            <a:ext cx="4421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E4329A-B205-4690-9F41-950ABA8042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5C8E71-4313-4B44-8DEB-8D54ACBC386E}"/>
              </a:ext>
            </a:extLst>
          </p:cNvPr>
          <p:cNvSpPr/>
          <p:nvPr/>
        </p:nvSpPr>
        <p:spPr>
          <a:xfrm>
            <a:off x="4092601" y="2077375"/>
            <a:ext cx="4536494" cy="209217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>
                    <a:lumMod val="50000"/>
                  </a:schemeClr>
                </a:solidFill>
              </a:rPr>
              <a:t>수정이 완료되었습니다</a:t>
            </a:r>
            <a:r>
              <a:rPr lang="en-US" altLang="ko-KR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ko-KR" alt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21D62A-19E2-449A-A87C-4192A6DE8051}"/>
              </a:ext>
            </a:extLst>
          </p:cNvPr>
          <p:cNvSpPr/>
          <p:nvPr/>
        </p:nvSpPr>
        <p:spPr>
          <a:xfrm>
            <a:off x="6027938" y="3721223"/>
            <a:ext cx="630314" cy="3284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2">
                    <a:lumMod val="50000"/>
                  </a:schemeClr>
                </a:solidFill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72782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76</Words>
  <Application>Microsoft Office PowerPoint</Application>
  <PresentationFormat>와이드스크린</PresentationFormat>
  <Paragraphs>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로그인</vt:lpstr>
      <vt:lpstr>회원가입</vt:lpstr>
      <vt:lpstr>                                                                                                                          로그아웃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로그인</dc:title>
  <dc:creator>심 재호</dc:creator>
  <cp:lastModifiedBy>심 재호</cp:lastModifiedBy>
  <cp:revision>5</cp:revision>
  <dcterms:created xsi:type="dcterms:W3CDTF">2021-09-13T08:02:15Z</dcterms:created>
  <dcterms:modified xsi:type="dcterms:W3CDTF">2021-09-13T10:45:17Z</dcterms:modified>
</cp:coreProperties>
</file>