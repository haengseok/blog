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2" r:id="rId3"/>
    <p:sldId id="299" r:id="rId4"/>
    <p:sldId id="297" r:id="rId5"/>
    <p:sldId id="304" r:id="rId6"/>
    <p:sldId id="300" r:id="rId7"/>
    <p:sldId id="301" r:id="rId8"/>
    <p:sldId id="302" r:id="rId9"/>
    <p:sldId id="303" r:id="rId10"/>
    <p:sldId id="298" r:id="rId11"/>
    <p:sldId id="29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176A84-3F9E-405D-B2F4-1D4CADB726F1}" v="177" dt="2021-09-26T12:24:35.008"/>
    <p1510:client id="{63648506-98E1-4D01-B3CD-8CDF721358DF}" v="130" dt="2021-09-27T08:25:20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187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종혁" userId="5d55f2a0-232a-41f3-83a9-f1b325bad056" providerId="ADAL" clId="{5D176A84-3F9E-405D-B2F4-1D4CADB726F1}"/>
    <pc:docChg chg="undo custSel addSld modSld">
      <pc:chgData name="최종혁" userId="5d55f2a0-232a-41f3-83a9-f1b325bad056" providerId="ADAL" clId="{5D176A84-3F9E-405D-B2F4-1D4CADB726F1}" dt="2021-09-26T12:24:36.256" v="2640" actId="20577"/>
      <pc:docMkLst>
        <pc:docMk/>
      </pc:docMkLst>
      <pc:sldChg chg="addSp modSp mod">
        <pc:chgData name="최종혁" userId="5d55f2a0-232a-41f3-83a9-f1b325bad056" providerId="ADAL" clId="{5D176A84-3F9E-405D-B2F4-1D4CADB726F1}" dt="2021-09-26T12:23:41.786" v="2445"/>
        <pc:sldMkLst>
          <pc:docMk/>
          <pc:sldMk cId="1341298790" sldId="297"/>
        </pc:sldMkLst>
        <pc:spChg chg="add mod">
          <ac:chgData name="최종혁" userId="5d55f2a0-232a-41f3-83a9-f1b325bad056" providerId="ADAL" clId="{5D176A84-3F9E-405D-B2F4-1D4CADB726F1}" dt="2021-09-26T12:23:41.786" v="2445"/>
          <ac:spMkLst>
            <pc:docMk/>
            <pc:sldMk cId="1341298790" sldId="297"/>
            <ac:spMk id="2" creationId="{AC5CFF58-B0C4-4CD6-9EC2-41CEA8B8647F}"/>
          </ac:spMkLst>
        </pc:spChg>
        <pc:spChg chg="mod">
          <ac:chgData name="최종혁" userId="5d55f2a0-232a-41f3-83a9-f1b325bad056" providerId="ADAL" clId="{5D176A84-3F9E-405D-B2F4-1D4CADB726F1}" dt="2021-09-26T12:09:09.694" v="40" actId="14100"/>
          <ac:spMkLst>
            <pc:docMk/>
            <pc:sldMk cId="1341298790" sldId="297"/>
            <ac:spMk id="24" creationId="{3691D016-5875-4DD0-8382-C18B928695A9}"/>
          </ac:spMkLst>
        </pc:spChg>
      </pc:sldChg>
      <pc:sldChg chg="modSp add mod">
        <pc:chgData name="최종혁" userId="5d55f2a0-232a-41f3-83a9-f1b325bad056" providerId="ADAL" clId="{5D176A84-3F9E-405D-B2F4-1D4CADB726F1}" dt="2021-09-26T12:24:36.256" v="2640" actId="20577"/>
        <pc:sldMkLst>
          <pc:docMk/>
          <pc:sldMk cId="3073313901" sldId="299"/>
        </pc:sldMkLst>
        <pc:spChg chg="mod">
          <ac:chgData name="최종혁" userId="5d55f2a0-232a-41f3-83a9-f1b325bad056" providerId="ADAL" clId="{5D176A84-3F9E-405D-B2F4-1D4CADB726F1}" dt="2021-09-26T12:24:36.256" v="2640" actId="20577"/>
          <ac:spMkLst>
            <pc:docMk/>
            <pc:sldMk cId="3073313901" sldId="299"/>
            <ac:spMk id="2" creationId="{AC5CFF58-B0C4-4CD6-9EC2-41CEA8B8647F}"/>
          </ac:spMkLst>
        </pc:spChg>
      </pc:sldChg>
    </pc:docChg>
  </pc:docChgLst>
  <pc:docChgLst>
    <pc:chgData name="최종혁" userId="5d55f2a0-232a-41f3-83a9-f1b325bad056" providerId="ADAL" clId="{63648506-98E1-4D01-B3CD-8CDF721358DF}"/>
    <pc:docChg chg="undo custSel addSld delSld modSld">
      <pc:chgData name="최종혁" userId="5d55f2a0-232a-41f3-83a9-f1b325bad056" providerId="ADAL" clId="{63648506-98E1-4D01-B3CD-8CDF721358DF}" dt="2021-09-27T08:25:28.079" v="1732" actId="20577"/>
      <pc:docMkLst>
        <pc:docMk/>
      </pc:docMkLst>
      <pc:sldChg chg="addSp modSp mod">
        <pc:chgData name="최종혁" userId="5d55f2a0-232a-41f3-83a9-f1b325bad056" providerId="ADAL" clId="{63648506-98E1-4D01-B3CD-8CDF721358DF}" dt="2021-09-27T08:13:38.760" v="165" actId="1076"/>
        <pc:sldMkLst>
          <pc:docMk/>
          <pc:sldMk cId="1341298790" sldId="297"/>
        </pc:sldMkLst>
        <pc:spChg chg="mod">
          <ac:chgData name="최종혁" userId="5d55f2a0-232a-41f3-83a9-f1b325bad056" providerId="ADAL" clId="{63648506-98E1-4D01-B3CD-8CDF721358DF}" dt="2021-09-27T08:13:38.760" v="165" actId="1076"/>
          <ac:spMkLst>
            <pc:docMk/>
            <pc:sldMk cId="1341298790" sldId="297"/>
            <ac:spMk id="2" creationId="{AC5CFF58-B0C4-4CD6-9EC2-41CEA8B8647F}"/>
          </ac:spMkLst>
        </pc:spChg>
        <pc:spChg chg="add mod">
          <ac:chgData name="최종혁" userId="5d55f2a0-232a-41f3-83a9-f1b325bad056" providerId="ADAL" clId="{63648506-98E1-4D01-B3CD-8CDF721358DF}" dt="2021-09-27T08:13:30.015" v="161"/>
          <ac:spMkLst>
            <pc:docMk/>
            <pc:sldMk cId="1341298790" sldId="297"/>
            <ac:spMk id="7" creationId="{72F944A2-0C5D-4C07-A9FD-F4EF5A41940A}"/>
          </ac:spMkLst>
        </pc:spChg>
      </pc:sldChg>
      <pc:sldChg chg="addSp modSp mod">
        <pc:chgData name="최종혁" userId="5d55f2a0-232a-41f3-83a9-f1b325bad056" providerId="ADAL" clId="{63648506-98E1-4D01-B3CD-8CDF721358DF}" dt="2021-09-27T08:13:13.768" v="130" actId="1076"/>
        <pc:sldMkLst>
          <pc:docMk/>
          <pc:sldMk cId="3073313901" sldId="299"/>
        </pc:sldMkLst>
        <pc:spChg chg="mod">
          <ac:chgData name="최종혁" userId="5d55f2a0-232a-41f3-83a9-f1b325bad056" providerId="ADAL" clId="{63648506-98E1-4D01-B3CD-8CDF721358DF}" dt="2021-09-27T08:13:13.768" v="130" actId="1076"/>
          <ac:spMkLst>
            <pc:docMk/>
            <pc:sldMk cId="3073313901" sldId="299"/>
            <ac:spMk id="2" creationId="{AC5CFF58-B0C4-4CD6-9EC2-41CEA8B8647F}"/>
          </ac:spMkLst>
        </pc:spChg>
        <pc:spChg chg="add mod">
          <ac:chgData name="최종혁" userId="5d55f2a0-232a-41f3-83a9-f1b325bad056" providerId="ADAL" clId="{63648506-98E1-4D01-B3CD-8CDF721358DF}" dt="2021-09-27T08:13:04.360" v="127" actId="403"/>
          <ac:spMkLst>
            <pc:docMk/>
            <pc:sldMk cId="3073313901" sldId="299"/>
            <ac:spMk id="7" creationId="{5A66D6F5-0B2E-46E0-A398-8A76D9C3DC54}"/>
          </ac:spMkLst>
        </pc:spChg>
      </pc:sldChg>
      <pc:sldChg chg="modSp add mod">
        <pc:chgData name="최종혁" userId="5d55f2a0-232a-41f3-83a9-f1b325bad056" providerId="ADAL" clId="{63648506-98E1-4D01-B3CD-8CDF721358DF}" dt="2021-09-27T08:14:57.026" v="236"/>
        <pc:sldMkLst>
          <pc:docMk/>
          <pc:sldMk cId="2621132025" sldId="300"/>
        </pc:sldMkLst>
        <pc:spChg chg="mod">
          <ac:chgData name="최종혁" userId="5d55f2a0-232a-41f3-83a9-f1b325bad056" providerId="ADAL" clId="{63648506-98E1-4D01-B3CD-8CDF721358DF}" dt="2021-09-27T08:14:51.916" v="216" actId="120"/>
          <ac:spMkLst>
            <pc:docMk/>
            <pc:sldMk cId="2621132025" sldId="300"/>
            <ac:spMk id="2" creationId="{AC5CFF58-B0C4-4CD6-9EC2-41CEA8B8647F}"/>
          </ac:spMkLst>
        </pc:spChg>
        <pc:spChg chg="mod">
          <ac:chgData name="최종혁" userId="5d55f2a0-232a-41f3-83a9-f1b325bad056" providerId="ADAL" clId="{63648506-98E1-4D01-B3CD-8CDF721358DF}" dt="2021-09-27T08:14:57.026" v="236"/>
          <ac:spMkLst>
            <pc:docMk/>
            <pc:sldMk cId="2621132025" sldId="300"/>
            <ac:spMk id="7" creationId="{72F944A2-0C5D-4C07-A9FD-F4EF5A41940A}"/>
          </ac:spMkLst>
        </pc:spChg>
      </pc:sldChg>
      <pc:sldChg chg="modSp add mod">
        <pc:chgData name="최종혁" userId="5d55f2a0-232a-41f3-83a9-f1b325bad056" providerId="ADAL" clId="{63648506-98E1-4D01-B3CD-8CDF721358DF}" dt="2021-09-27T08:15:58.608" v="426"/>
        <pc:sldMkLst>
          <pc:docMk/>
          <pc:sldMk cId="3429164248" sldId="301"/>
        </pc:sldMkLst>
        <pc:spChg chg="mod">
          <ac:chgData name="최종혁" userId="5d55f2a0-232a-41f3-83a9-f1b325bad056" providerId="ADAL" clId="{63648506-98E1-4D01-B3CD-8CDF721358DF}" dt="2021-09-27T08:15:58.608" v="426"/>
          <ac:spMkLst>
            <pc:docMk/>
            <pc:sldMk cId="3429164248" sldId="301"/>
            <ac:spMk id="2" creationId="{AC5CFF58-B0C4-4CD6-9EC2-41CEA8B8647F}"/>
          </ac:spMkLst>
        </pc:spChg>
        <pc:spChg chg="mod">
          <ac:chgData name="최종혁" userId="5d55f2a0-232a-41f3-83a9-f1b325bad056" providerId="ADAL" clId="{63648506-98E1-4D01-B3CD-8CDF721358DF}" dt="2021-09-27T08:15:25.899" v="258"/>
          <ac:spMkLst>
            <pc:docMk/>
            <pc:sldMk cId="3429164248" sldId="301"/>
            <ac:spMk id="7" creationId="{72F944A2-0C5D-4C07-A9FD-F4EF5A41940A}"/>
          </ac:spMkLst>
        </pc:spChg>
      </pc:sldChg>
      <pc:sldChg chg="add del">
        <pc:chgData name="최종혁" userId="5d55f2a0-232a-41f3-83a9-f1b325bad056" providerId="ADAL" clId="{63648506-98E1-4D01-B3CD-8CDF721358DF}" dt="2021-09-27T08:14:27.213" v="201"/>
        <pc:sldMkLst>
          <pc:docMk/>
          <pc:sldMk cId="4106783143" sldId="301"/>
        </pc:sldMkLst>
      </pc:sldChg>
      <pc:sldChg chg="modSp add mod">
        <pc:chgData name="최종혁" userId="5d55f2a0-232a-41f3-83a9-f1b325bad056" providerId="ADAL" clId="{63648506-98E1-4D01-B3CD-8CDF721358DF}" dt="2021-09-27T08:16:52.207" v="457"/>
        <pc:sldMkLst>
          <pc:docMk/>
          <pc:sldMk cId="907479835" sldId="302"/>
        </pc:sldMkLst>
        <pc:spChg chg="mod">
          <ac:chgData name="최종혁" userId="5d55f2a0-232a-41f3-83a9-f1b325bad056" providerId="ADAL" clId="{63648506-98E1-4D01-B3CD-8CDF721358DF}" dt="2021-09-27T08:16:40.719" v="446" actId="120"/>
          <ac:spMkLst>
            <pc:docMk/>
            <pc:sldMk cId="907479835" sldId="302"/>
            <ac:spMk id="2" creationId="{AC5CFF58-B0C4-4CD6-9EC2-41CEA8B8647F}"/>
          </ac:spMkLst>
        </pc:spChg>
        <pc:spChg chg="mod">
          <ac:chgData name="최종혁" userId="5d55f2a0-232a-41f3-83a9-f1b325bad056" providerId="ADAL" clId="{63648506-98E1-4D01-B3CD-8CDF721358DF}" dt="2021-09-27T08:16:52.207" v="457"/>
          <ac:spMkLst>
            <pc:docMk/>
            <pc:sldMk cId="907479835" sldId="302"/>
            <ac:spMk id="7" creationId="{72F944A2-0C5D-4C07-A9FD-F4EF5A41940A}"/>
          </ac:spMkLst>
        </pc:spChg>
        <pc:cxnChg chg="mod">
          <ac:chgData name="최종혁" userId="5d55f2a0-232a-41f3-83a9-f1b325bad056" providerId="ADAL" clId="{63648506-98E1-4D01-B3CD-8CDF721358DF}" dt="2021-09-27T08:16:13.335" v="432" actId="1076"/>
          <ac:cxnSpMkLst>
            <pc:docMk/>
            <pc:sldMk cId="907479835" sldId="302"/>
            <ac:cxnSpMk id="23" creationId="{14A71F3C-5357-4932-B47E-D2000A493410}"/>
          </ac:cxnSpMkLst>
        </pc:cxnChg>
      </pc:sldChg>
      <pc:sldChg chg="add del">
        <pc:chgData name="최종혁" userId="5d55f2a0-232a-41f3-83a9-f1b325bad056" providerId="ADAL" clId="{63648506-98E1-4D01-B3CD-8CDF721358DF}" dt="2021-09-27T08:14:26.831" v="200"/>
        <pc:sldMkLst>
          <pc:docMk/>
          <pc:sldMk cId="1585325316" sldId="302"/>
        </pc:sldMkLst>
      </pc:sldChg>
      <pc:sldChg chg="add del">
        <pc:chgData name="최종혁" userId="5d55f2a0-232a-41f3-83a9-f1b325bad056" providerId="ADAL" clId="{63648506-98E1-4D01-B3CD-8CDF721358DF}" dt="2021-09-27T08:14:26.540" v="199"/>
        <pc:sldMkLst>
          <pc:docMk/>
          <pc:sldMk cId="906129173" sldId="303"/>
        </pc:sldMkLst>
      </pc:sldChg>
      <pc:sldChg chg="modSp add mod">
        <pc:chgData name="최종혁" userId="5d55f2a0-232a-41f3-83a9-f1b325bad056" providerId="ADAL" clId="{63648506-98E1-4D01-B3CD-8CDF721358DF}" dt="2021-09-27T08:20:49.226" v="940" actId="20577"/>
        <pc:sldMkLst>
          <pc:docMk/>
          <pc:sldMk cId="1222629161" sldId="303"/>
        </pc:sldMkLst>
        <pc:spChg chg="mod">
          <ac:chgData name="최종혁" userId="5d55f2a0-232a-41f3-83a9-f1b325bad056" providerId="ADAL" clId="{63648506-98E1-4D01-B3CD-8CDF721358DF}" dt="2021-09-27T08:20:49.226" v="940" actId="20577"/>
          <ac:spMkLst>
            <pc:docMk/>
            <pc:sldMk cId="1222629161" sldId="303"/>
            <ac:spMk id="2" creationId="{AC5CFF58-B0C4-4CD6-9EC2-41CEA8B8647F}"/>
          </ac:spMkLst>
        </pc:spChg>
        <pc:spChg chg="mod">
          <ac:chgData name="최종혁" userId="5d55f2a0-232a-41f3-83a9-f1b325bad056" providerId="ADAL" clId="{63648506-98E1-4D01-B3CD-8CDF721358DF}" dt="2021-09-27T08:18:25.400" v="540" actId="20577"/>
          <ac:spMkLst>
            <pc:docMk/>
            <pc:sldMk cId="1222629161" sldId="303"/>
            <ac:spMk id="7" creationId="{72F944A2-0C5D-4C07-A9FD-F4EF5A41940A}"/>
          </ac:spMkLst>
        </pc:spChg>
      </pc:sldChg>
      <pc:sldChg chg="add del">
        <pc:chgData name="최종혁" userId="5d55f2a0-232a-41f3-83a9-f1b325bad056" providerId="ADAL" clId="{63648506-98E1-4D01-B3CD-8CDF721358DF}" dt="2021-09-27T08:20:58.773" v="941" actId="47"/>
        <pc:sldMkLst>
          <pc:docMk/>
          <pc:sldMk cId="2674099266" sldId="304"/>
        </pc:sldMkLst>
      </pc:sldChg>
      <pc:sldChg chg="modSp add mod">
        <pc:chgData name="최종혁" userId="5d55f2a0-232a-41f3-83a9-f1b325bad056" providerId="ADAL" clId="{63648506-98E1-4D01-B3CD-8CDF721358DF}" dt="2021-09-27T08:25:28.079" v="1732" actId="20577"/>
        <pc:sldMkLst>
          <pc:docMk/>
          <pc:sldMk cId="3219235908" sldId="304"/>
        </pc:sldMkLst>
        <pc:spChg chg="mod">
          <ac:chgData name="최종혁" userId="5d55f2a0-232a-41f3-83a9-f1b325bad056" providerId="ADAL" clId="{63648506-98E1-4D01-B3CD-8CDF721358DF}" dt="2021-09-27T08:25:28.079" v="1732" actId="20577"/>
          <ac:spMkLst>
            <pc:docMk/>
            <pc:sldMk cId="3219235908" sldId="304"/>
            <ac:spMk id="2" creationId="{AC5CFF58-B0C4-4CD6-9EC2-41CEA8B8647F}"/>
          </ac:spMkLst>
        </pc:spChg>
        <pc:spChg chg="mod">
          <ac:chgData name="최종혁" userId="5d55f2a0-232a-41f3-83a9-f1b325bad056" providerId="ADAL" clId="{63648506-98E1-4D01-B3CD-8CDF721358DF}" dt="2021-09-27T08:22:05.742" v="988"/>
          <ac:spMkLst>
            <pc:docMk/>
            <pc:sldMk cId="3219235908" sldId="304"/>
            <ac:spMk id="7" creationId="{72F944A2-0C5D-4C07-A9FD-F4EF5A41940A}"/>
          </ac:spMkLst>
        </pc:spChg>
      </pc:sldChg>
      <pc:sldChg chg="add del">
        <pc:chgData name="최종혁" userId="5d55f2a0-232a-41f3-83a9-f1b325bad056" providerId="ADAL" clId="{63648506-98E1-4D01-B3CD-8CDF721358DF}" dt="2021-09-27T08:14:26.371" v="198"/>
        <pc:sldMkLst>
          <pc:docMk/>
          <pc:sldMk cId="3305637689" sldId="304"/>
        </pc:sldMkLst>
      </pc:sldChg>
      <pc:sldChg chg="add del">
        <pc:chgData name="최종혁" userId="5d55f2a0-232a-41f3-83a9-f1b325bad056" providerId="ADAL" clId="{63648506-98E1-4D01-B3CD-8CDF721358DF}" dt="2021-09-27T08:20:58.773" v="941" actId="47"/>
        <pc:sldMkLst>
          <pc:docMk/>
          <pc:sldMk cId="3233189090" sldId="305"/>
        </pc:sldMkLst>
      </pc:sldChg>
      <pc:sldChg chg="add del">
        <pc:chgData name="최종혁" userId="5d55f2a0-232a-41f3-83a9-f1b325bad056" providerId="ADAL" clId="{63648506-98E1-4D01-B3CD-8CDF721358DF}" dt="2021-09-27T08:20:58.773" v="941" actId="47"/>
        <pc:sldMkLst>
          <pc:docMk/>
          <pc:sldMk cId="132014114" sldId="30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75405-259A-4751-B0E2-CD0F18AB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35B538-8588-4668-9B8E-9F3349C69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C6F4B7-F85B-49F0-85F1-030DB25B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78CC7-D390-4B41-B5DE-E338E26B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8050A5-C15E-4436-B0BA-EA30826F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41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988AC-D9DC-4547-824A-E5050684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FFDED-6846-402E-ABEC-B1E91151C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D0D92-192C-4DB5-8897-A1CAAA01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0B685-0F36-4C5B-83A5-8D26EE2E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72794-1EAF-4865-BE2A-EE5F5DFA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29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A2ECB-1C2A-42A9-A763-3435B4B7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12D91C-BD28-43C6-8E51-AFBD9EC16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AA954-4256-46B7-9C09-2FF7736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DE47-B5A2-48A2-A28F-E2FC6BE3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EB74C0-295E-434B-AF2E-6AA0B2D5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17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CFBAC-FF2B-4450-82F4-596DA0E4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F8417-2883-45C6-94E2-06947D6FA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1A5787-8FB0-43E7-AEA6-13F156E00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6A3296-CC70-49BF-8E39-74A2D903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8E2137-1A6A-4DED-BF72-0BB489C7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9B7711-683C-424E-B30D-EC110398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93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7538F-740C-44BC-8A70-60108CFC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911CC2-BC49-4608-97C5-AC0EF2CCA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47D03-6464-4B1E-9545-A0D62578A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F3D156-EA34-4A02-A414-C5BD851D7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8B761A-C346-4270-8D64-5F754C45AB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7A5C00-D537-4AFF-8D72-0915B450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B01C02-5387-42AE-8757-85A4ABAE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752FC5-29BA-4AA7-8523-E9A41ED3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5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901D6-674D-49A1-9C86-462CE033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A5F5D1-C8A9-42E4-9C4D-B7DBE654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267414-199F-4D6D-9A9C-B2E9ECAC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46CF1D-A97D-4BA8-B4FF-575D2429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6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13FBFC-624D-4A95-BE41-1A1A15BD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7E49E3-3208-4295-98C4-23ECBFE9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8D5A2-A865-442B-9A29-F26E91E0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06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81CC0-5139-4F5A-9E2F-A2EFF8E1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18737-F44D-42FF-B695-EE03A96C4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71A21D-06A3-4FFF-A4C4-CA9771B83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E6DA2D-5A89-4803-BB5E-B7036625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07257-1355-4246-A387-3011DC0E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DEF08C-3506-4CCB-BB29-1398BC60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28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8AE6A-67F1-40F9-9014-C61821E2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5284DE-318C-4144-9363-AF8CB1A663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8EB199-433E-4A58-9852-949B0656D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F55737-470E-49C9-B5DB-0F33BFC8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309F2C-8730-4827-B59A-B0731091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5EF429-8DB9-455B-BD1B-8CBF14A0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8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68D16-CE11-40D0-95B2-053915E2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BD6334-8692-4AF8-98A5-C4A28327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C8F04-07ED-4721-9627-F4596CA3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B9AFC-5765-47B8-9FCC-1D4E9DFF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BB16BC-DFFC-4D9F-BA97-505591E4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43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C8A35E-591D-40E0-8D3F-7E265FDC4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608A33-DB70-4090-A0DB-08E38020E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C99343-B909-4A5F-B66B-2575DB65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FCC81F-F843-4AF1-A45C-16125DB9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2E82AB-701B-4F16-8185-7CD2413B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04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EBC726-70F9-4259-B8E3-BCFDCD74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99D48-229A-42C6-88E3-1B3AEA8E3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01F66-022D-4EB3-BD5B-5FD958690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39D63-C4DB-4850-9B70-28E43F43EEC6}" type="datetimeFigureOut">
              <a:rPr lang="ko-KR" altLang="en-US" smtClean="0"/>
              <a:t>2021-09-27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0EF5D2-7C77-4376-8506-93F08CE5A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98CE3-FB1A-41F6-BD95-DFF82BC19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A0E33-3F5A-4037-8726-47825D51D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3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0F33C32-E648-4799-B31D-94A9D0B7329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53AEF22-616E-413E-AAEB-6E84A1E767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5470B9D-B3F5-4872-ACDA-2DF03B714BA0}"/>
                </a:ext>
              </a:extLst>
            </p:cNvPr>
            <p:cNvSpPr/>
            <p:nvPr/>
          </p:nvSpPr>
          <p:spPr>
            <a:xfrm>
              <a:off x="1243658" y="674738"/>
              <a:ext cx="971079" cy="971079"/>
            </a:xfrm>
            <a:custGeom>
              <a:avLst/>
              <a:gdLst>
                <a:gd name="connsiteX0" fmla="*/ 0 w 971079"/>
                <a:gd name="connsiteY0" fmla="*/ 485540 h 971079"/>
                <a:gd name="connsiteX1" fmla="*/ 485540 w 971079"/>
                <a:gd name="connsiteY1" fmla="*/ 0 h 971079"/>
                <a:gd name="connsiteX2" fmla="*/ 971080 w 971079"/>
                <a:gd name="connsiteY2" fmla="*/ 485540 h 971079"/>
                <a:gd name="connsiteX3" fmla="*/ 485540 w 971079"/>
                <a:gd name="connsiteY3" fmla="*/ 971080 h 971079"/>
                <a:gd name="connsiteX4" fmla="*/ 0 w 971079"/>
                <a:gd name="connsiteY4" fmla="*/ 485540 h 97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079" h="971079" fill="none" extrusionOk="0">
                  <a:moveTo>
                    <a:pt x="0" y="485540"/>
                  </a:moveTo>
                  <a:cubicBezTo>
                    <a:pt x="-16125" y="210778"/>
                    <a:pt x="187534" y="53939"/>
                    <a:pt x="485540" y="0"/>
                  </a:cubicBezTo>
                  <a:cubicBezTo>
                    <a:pt x="783639" y="34383"/>
                    <a:pt x="1010492" y="257674"/>
                    <a:pt x="971080" y="485540"/>
                  </a:cubicBezTo>
                  <a:cubicBezTo>
                    <a:pt x="963220" y="751287"/>
                    <a:pt x="798937" y="1023326"/>
                    <a:pt x="485540" y="971080"/>
                  </a:cubicBezTo>
                  <a:cubicBezTo>
                    <a:pt x="183655" y="1016682"/>
                    <a:pt x="-59151" y="699439"/>
                    <a:pt x="0" y="485540"/>
                  </a:cubicBezTo>
                  <a:close/>
                </a:path>
                <a:path w="971079" h="971079" stroke="0" extrusionOk="0">
                  <a:moveTo>
                    <a:pt x="0" y="485540"/>
                  </a:moveTo>
                  <a:cubicBezTo>
                    <a:pt x="17866" y="191089"/>
                    <a:pt x="236880" y="30558"/>
                    <a:pt x="485540" y="0"/>
                  </a:cubicBezTo>
                  <a:cubicBezTo>
                    <a:pt x="740858" y="-35735"/>
                    <a:pt x="992972" y="230478"/>
                    <a:pt x="971080" y="485540"/>
                  </a:cubicBezTo>
                  <a:cubicBezTo>
                    <a:pt x="968511" y="725664"/>
                    <a:pt x="729922" y="981788"/>
                    <a:pt x="485540" y="971080"/>
                  </a:cubicBezTo>
                  <a:cubicBezTo>
                    <a:pt x="213555" y="952712"/>
                    <a:pt x="10543" y="768899"/>
                    <a:pt x="0" y="48554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다리꼴 4">
              <a:extLst>
                <a:ext uri="{FF2B5EF4-FFF2-40B4-BE49-F238E27FC236}">
                  <a16:creationId xmlns:a16="http://schemas.microsoft.com/office/drawing/2014/main" id="{AE307973-6346-43D3-ACEC-A347F409E2DA}"/>
                </a:ext>
              </a:extLst>
            </p:cNvPr>
            <p:cNvSpPr/>
            <p:nvPr/>
          </p:nvSpPr>
          <p:spPr>
            <a:xfrm rot="19253310">
              <a:off x="2736255" y="2444722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0 h 1554480"/>
                <a:gd name="connsiteX3" fmla="*/ 1554480 w 1554480"/>
                <a:gd name="connsiteY3" fmla="*/ 1554480 h 1554480"/>
                <a:gd name="connsiteX4" fmla="*/ 0 w 1554480"/>
                <a:gd name="connsiteY4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-79160" y="1111013"/>
                    <a:pt x="-46384" y="172584"/>
                    <a:pt x="0" y="0"/>
                  </a:cubicBezTo>
                  <a:cubicBezTo>
                    <a:pt x="538042" y="-49920"/>
                    <a:pt x="1171808" y="108899"/>
                    <a:pt x="1554480" y="0"/>
                  </a:cubicBezTo>
                  <a:cubicBezTo>
                    <a:pt x="1475894" y="296357"/>
                    <a:pt x="1673658" y="792035"/>
                    <a:pt x="1554480" y="1554480"/>
                  </a:cubicBezTo>
                  <a:cubicBezTo>
                    <a:pt x="1044927" y="1434372"/>
                    <a:pt x="228186" y="159494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745856" y="-112534"/>
                    <a:pt x="1048629" y="136031"/>
                    <a:pt x="1554480" y="0"/>
                  </a:cubicBezTo>
                  <a:cubicBezTo>
                    <a:pt x="1526129" y="477664"/>
                    <a:pt x="1498512" y="911582"/>
                    <a:pt x="1554480" y="1554480"/>
                  </a:cubicBezTo>
                  <a:cubicBezTo>
                    <a:pt x="1164681" y="1498151"/>
                    <a:pt x="668185" y="1567070"/>
                    <a:pt x="0" y="155448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apezoid">
                      <a:avLst>
                        <a:gd name="adj" fmla="val 0"/>
                      </a:avLst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각 삼각형 5">
              <a:extLst>
                <a:ext uri="{FF2B5EF4-FFF2-40B4-BE49-F238E27FC236}">
                  <a16:creationId xmlns:a16="http://schemas.microsoft.com/office/drawing/2014/main" id="{BC2D193F-7DEF-4460-A6E4-A9A74D572C96}"/>
                </a:ext>
              </a:extLst>
            </p:cNvPr>
            <p:cNvSpPr/>
            <p:nvPr/>
          </p:nvSpPr>
          <p:spPr>
            <a:xfrm rot="20568315">
              <a:off x="5682505" y="3069128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각 삼각형 6">
              <a:extLst>
                <a:ext uri="{FF2B5EF4-FFF2-40B4-BE49-F238E27FC236}">
                  <a16:creationId xmlns:a16="http://schemas.microsoft.com/office/drawing/2014/main" id="{DEF3FD84-1A98-4990-A9A3-8142577ED927}"/>
                </a:ext>
              </a:extLst>
            </p:cNvPr>
            <p:cNvSpPr/>
            <p:nvPr/>
          </p:nvSpPr>
          <p:spPr>
            <a:xfrm rot="19867731">
              <a:off x="443031" y="1628265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육각형 7">
              <a:extLst>
                <a:ext uri="{FF2B5EF4-FFF2-40B4-BE49-F238E27FC236}">
                  <a16:creationId xmlns:a16="http://schemas.microsoft.com/office/drawing/2014/main" id="{1F6FB5B3-E193-46F3-8FD6-EB4615E8CEE1}"/>
                </a:ext>
              </a:extLst>
            </p:cNvPr>
            <p:cNvSpPr/>
            <p:nvPr/>
          </p:nvSpPr>
          <p:spPr>
            <a:xfrm rot="3774981">
              <a:off x="142045" y="4664932"/>
              <a:ext cx="1830926" cy="1554480"/>
            </a:xfrm>
            <a:custGeom>
              <a:avLst/>
              <a:gdLst>
                <a:gd name="connsiteX0" fmla="*/ 0 w 1830926"/>
                <a:gd name="connsiteY0" fmla="*/ 777240 h 1554480"/>
                <a:gd name="connsiteX1" fmla="*/ 388620 w 1830926"/>
                <a:gd name="connsiteY1" fmla="*/ 0 h 1554480"/>
                <a:gd name="connsiteX2" fmla="*/ 1442306 w 1830926"/>
                <a:gd name="connsiteY2" fmla="*/ 0 h 1554480"/>
                <a:gd name="connsiteX3" fmla="*/ 1830926 w 1830926"/>
                <a:gd name="connsiteY3" fmla="*/ 777240 h 1554480"/>
                <a:gd name="connsiteX4" fmla="*/ 1442306 w 1830926"/>
                <a:gd name="connsiteY4" fmla="*/ 1554480 h 1554480"/>
                <a:gd name="connsiteX5" fmla="*/ 388620 w 1830926"/>
                <a:gd name="connsiteY5" fmla="*/ 1554480 h 1554480"/>
                <a:gd name="connsiteX6" fmla="*/ 0 w 1830926"/>
                <a:gd name="connsiteY6" fmla="*/ 77724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0926" h="1554480" fill="none" extrusionOk="0">
                  <a:moveTo>
                    <a:pt x="0" y="777240"/>
                  </a:moveTo>
                  <a:cubicBezTo>
                    <a:pt x="140182" y="559663"/>
                    <a:pt x="300007" y="78053"/>
                    <a:pt x="388620" y="0"/>
                  </a:cubicBezTo>
                  <a:cubicBezTo>
                    <a:pt x="851372" y="-14320"/>
                    <a:pt x="1161809" y="-8201"/>
                    <a:pt x="1442306" y="0"/>
                  </a:cubicBezTo>
                  <a:cubicBezTo>
                    <a:pt x="1529490" y="211412"/>
                    <a:pt x="1782096" y="630071"/>
                    <a:pt x="1830926" y="777240"/>
                  </a:cubicBezTo>
                  <a:cubicBezTo>
                    <a:pt x="1590398" y="1139377"/>
                    <a:pt x="1564483" y="1193580"/>
                    <a:pt x="1442306" y="1554480"/>
                  </a:cubicBezTo>
                  <a:cubicBezTo>
                    <a:pt x="1020825" y="1602712"/>
                    <a:pt x="817627" y="1618108"/>
                    <a:pt x="388620" y="1554480"/>
                  </a:cubicBezTo>
                  <a:cubicBezTo>
                    <a:pt x="265746" y="1364091"/>
                    <a:pt x="129661" y="1157297"/>
                    <a:pt x="0" y="777240"/>
                  </a:cubicBezTo>
                  <a:close/>
                </a:path>
                <a:path w="1830926" h="1554480" stroke="0" extrusionOk="0">
                  <a:moveTo>
                    <a:pt x="0" y="777240"/>
                  </a:moveTo>
                  <a:cubicBezTo>
                    <a:pt x="63852" y="568426"/>
                    <a:pt x="167856" y="367509"/>
                    <a:pt x="388620" y="0"/>
                  </a:cubicBezTo>
                  <a:cubicBezTo>
                    <a:pt x="627723" y="92050"/>
                    <a:pt x="1074567" y="74648"/>
                    <a:pt x="1442306" y="0"/>
                  </a:cubicBezTo>
                  <a:cubicBezTo>
                    <a:pt x="1596919" y="222005"/>
                    <a:pt x="1788285" y="605170"/>
                    <a:pt x="1830926" y="777240"/>
                  </a:cubicBezTo>
                  <a:cubicBezTo>
                    <a:pt x="1836540" y="937624"/>
                    <a:pt x="1686429" y="1191873"/>
                    <a:pt x="1442306" y="1554480"/>
                  </a:cubicBezTo>
                  <a:cubicBezTo>
                    <a:pt x="1036144" y="1611623"/>
                    <a:pt x="558354" y="1573237"/>
                    <a:pt x="388620" y="1554480"/>
                  </a:cubicBezTo>
                  <a:cubicBezTo>
                    <a:pt x="271968" y="1274814"/>
                    <a:pt x="67688" y="988571"/>
                    <a:pt x="0" y="77724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hex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CA7DB1E6-7194-4941-BB2D-36775A4879CE}"/>
                </a:ext>
              </a:extLst>
            </p:cNvPr>
            <p:cNvSpPr/>
            <p:nvPr/>
          </p:nvSpPr>
          <p:spPr>
            <a:xfrm rot="2399890">
              <a:off x="5682506" y="1466426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77724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104008" y="1349732"/>
                    <a:pt x="565051" y="473619"/>
                    <a:pt x="777240" y="0"/>
                  </a:cubicBezTo>
                  <a:cubicBezTo>
                    <a:pt x="1165517" y="571421"/>
                    <a:pt x="1150763" y="1046643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33842" y="1230807"/>
                    <a:pt x="588307" y="478726"/>
                    <a:pt x="777240" y="0"/>
                  </a:cubicBezTo>
                  <a:cubicBezTo>
                    <a:pt x="799994" y="231004"/>
                    <a:pt x="1341738" y="780729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761FCC-A952-4D69-A64A-BAB80CA90423}"/>
                </a:ext>
              </a:extLst>
            </p:cNvPr>
            <p:cNvSpPr/>
            <p:nvPr/>
          </p:nvSpPr>
          <p:spPr>
            <a:xfrm>
              <a:off x="2826274" y="4783182"/>
              <a:ext cx="971079" cy="971079"/>
            </a:xfrm>
            <a:custGeom>
              <a:avLst/>
              <a:gdLst>
                <a:gd name="connsiteX0" fmla="*/ 0 w 971079"/>
                <a:gd name="connsiteY0" fmla="*/ 485540 h 971079"/>
                <a:gd name="connsiteX1" fmla="*/ 485540 w 971079"/>
                <a:gd name="connsiteY1" fmla="*/ 0 h 971079"/>
                <a:gd name="connsiteX2" fmla="*/ 971080 w 971079"/>
                <a:gd name="connsiteY2" fmla="*/ 485540 h 971079"/>
                <a:gd name="connsiteX3" fmla="*/ 485540 w 971079"/>
                <a:gd name="connsiteY3" fmla="*/ 971080 h 971079"/>
                <a:gd name="connsiteX4" fmla="*/ 0 w 971079"/>
                <a:gd name="connsiteY4" fmla="*/ 485540 h 97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079" h="971079" fill="none" extrusionOk="0">
                  <a:moveTo>
                    <a:pt x="0" y="485540"/>
                  </a:moveTo>
                  <a:cubicBezTo>
                    <a:pt x="-16125" y="210778"/>
                    <a:pt x="187534" y="53939"/>
                    <a:pt x="485540" y="0"/>
                  </a:cubicBezTo>
                  <a:cubicBezTo>
                    <a:pt x="783639" y="34383"/>
                    <a:pt x="1010492" y="257674"/>
                    <a:pt x="971080" y="485540"/>
                  </a:cubicBezTo>
                  <a:cubicBezTo>
                    <a:pt x="963220" y="751287"/>
                    <a:pt x="798937" y="1023326"/>
                    <a:pt x="485540" y="971080"/>
                  </a:cubicBezTo>
                  <a:cubicBezTo>
                    <a:pt x="183655" y="1016682"/>
                    <a:pt x="-59151" y="699439"/>
                    <a:pt x="0" y="485540"/>
                  </a:cubicBezTo>
                  <a:close/>
                </a:path>
                <a:path w="971079" h="971079" stroke="0" extrusionOk="0">
                  <a:moveTo>
                    <a:pt x="0" y="485540"/>
                  </a:moveTo>
                  <a:cubicBezTo>
                    <a:pt x="17866" y="191089"/>
                    <a:pt x="236880" y="30558"/>
                    <a:pt x="485540" y="0"/>
                  </a:cubicBezTo>
                  <a:cubicBezTo>
                    <a:pt x="740858" y="-35735"/>
                    <a:pt x="992972" y="230478"/>
                    <a:pt x="971080" y="485540"/>
                  </a:cubicBezTo>
                  <a:cubicBezTo>
                    <a:pt x="968511" y="725664"/>
                    <a:pt x="729922" y="981788"/>
                    <a:pt x="485540" y="971080"/>
                  </a:cubicBezTo>
                  <a:cubicBezTo>
                    <a:pt x="213555" y="952712"/>
                    <a:pt x="10543" y="768899"/>
                    <a:pt x="0" y="48554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09EF8C1-9A69-49A1-94DB-03DCA5B12813}"/>
                </a:ext>
              </a:extLst>
            </p:cNvPr>
            <p:cNvSpPr/>
            <p:nvPr/>
          </p:nvSpPr>
          <p:spPr>
            <a:xfrm>
              <a:off x="5662277" y="348994"/>
              <a:ext cx="704006" cy="704006"/>
            </a:xfrm>
            <a:custGeom>
              <a:avLst/>
              <a:gdLst>
                <a:gd name="connsiteX0" fmla="*/ 0 w 704006"/>
                <a:gd name="connsiteY0" fmla="*/ 352003 h 704006"/>
                <a:gd name="connsiteX1" fmla="*/ 352003 w 704006"/>
                <a:gd name="connsiteY1" fmla="*/ 0 h 704006"/>
                <a:gd name="connsiteX2" fmla="*/ 704006 w 704006"/>
                <a:gd name="connsiteY2" fmla="*/ 352003 h 704006"/>
                <a:gd name="connsiteX3" fmla="*/ 352003 w 704006"/>
                <a:gd name="connsiteY3" fmla="*/ 704006 h 704006"/>
                <a:gd name="connsiteX4" fmla="*/ 0 w 704006"/>
                <a:gd name="connsiteY4" fmla="*/ 352003 h 70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006" h="704006" fill="none" extrusionOk="0">
                  <a:moveTo>
                    <a:pt x="0" y="352003"/>
                  </a:moveTo>
                  <a:cubicBezTo>
                    <a:pt x="-51056" y="136680"/>
                    <a:pt x="135557" y="39826"/>
                    <a:pt x="352003" y="0"/>
                  </a:cubicBezTo>
                  <a:cubicBezTo>
                    <a:pt x="555282" y="10189"/>
                    <a:pt x="743539" y="198011"/>
                    <a:pt x="704006" y="352003"/>
                  </a:cubicBezTo>
                  <a:cubicBezTo>
                    <a:pt x="695343" y="543754"/>
                    <a:pt x="565463" y="726011"/>
                    <a:pt x="352003" y="704006"/>
                  </a:cubicBezTo>
                  <a:cubicBezTo>
                    <a:pt x="142086" y="724978"/>
                    <a:pt x="-11625" y="535746"/>
                    <a:pt x="0" y="352003"/>
                  </a:cubicBezTo>
                  <a:close/>
                </a:path>
                <a:path w="704006" h="704006" stroke="0" extrusionOk="0">
                  <a:moveTo>
                    <a:pt x="0" y="352003"/>
                  </a:moveTo>
                  <a:cubicBezTo>
                    <a:pt x="7050" y="147220"/>
                    <a:pt x="188928" y="49110"/>
                    <a:pt x="352003" y="0"/>
                  </a:cubicBezTo>
                  <a:cubicBezTo>
                    <a:pt x="541229" y="-14419"/>
                    <a:pt x="725101" y="170215"/>
                    <a:pt x="704006" y="352003"/>
                  </a:cubicBezTo>
                  <a:cubicBezTo>
                    <a:pt x="701319" y="517093"/>
                    <a:pt x="529290" y="711717"/>
                    <a:pt x="352003" y="704006"/>
                  </a:cubicBezTo>
                  <a:cubicBezTo>
                    <a:pt x="145932" y="648040"/>
                    <a:pt x="31298" y="591541"/>
                    <a:pt x="0" y="352003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BC1620C-2E09-4AFD-8AFF-2B4CE680F64E}"/>
                </a:ext>
              </a:extLst>
            </p:cNvPr>
            <p:cNvSpPr/>
            <p:nvPr/>
          </p:nvSpPr>
          <p:spPr>
            <a:xfrm>
              <a:off x="9058940" y="1423918"/>
              <a:ext cx="568453" cy="568453"/>
            </a:xfrm>
            <a:custGeom>
              <a:avLst/>
              <a:gdLst>
                <a:gd name="connsiteX0" fmla="*/ 0 w 568453"/>
                <a:gd name="connsiteY0" fmla="*/ 284227 h 568453"/>
                <a:gd name="connsiteX1" fmla="*/ 284227 w 568453"/>
                <a:gd name="connsiteY1" fmla="*/ 0 h 568453"/>
                <a:gd name="connsiteX2" fmla="*/ 568454 w 568453"/>
                <a:gd name="connsiteY2" fmla="*/ 284227 h 568453"/>
                <a:gd name="connsiteX3" fmla="*/ 284227 w 568453"/>
                <a:gd name="connsiteY3" fmla="*/ 568454 h 568453"/>
                <a:gd name="connsiteX4" fmla="*/ 0 w 568453"/>
                <a:gd name="connsiteY4" fmla="*/ 284227 h 56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453" h="568453" fill="none" extrusionOk="0">
                  <a:moveTo>
                    <a:pt x="0" y="284227"/>
                  </a:moveTo>
                  <a:cubicBezTo>
                    <a:pt x="-7394" y="124224"/>
                    <a:pt x="122038" y="9424"/>
                    <a:pt x="284227" y="0"/>
                  </a:cubicBezTo>
                  <a:cubicBezTo>
                    <a:pt x="450853" y="11083"/>
                    <a:pt x="575896" y="134861"/>
                    <a:pt x="568454" y="284227"/>
                  </a:cubicBezTo>
                  <a:cubicBezTo>
                    <a:pt x="544625" y="433899"/>
                    <a:pt x="453007" y="582088"/>
                    <a:pt x="284227" y="568454"/>
                  </a:cubicBezTo>
                  <a:cubicBezTo>
                    <a:pt x="122504" y="574874"/>
                    <a:pt x="-13192" y="429100"/>
                    <a:pt x="0" y="284227"/>
                  </a:cubicBezTo>
                  <a:close/>
                </a:path>
                <a:path w="568453" h="568453" stroke="0" extrusionOk="0">
                  <a:moveTo>
                    <a:pt x="0" y="284227"/>
                  </a:moveTo>
                  <a:cubicBezTo>
                    <a:pt x="13222" y="107793"/>
                    <a:pt x="146278" y="29820"/>
                    <a:pt x="284227" y="0"/>
                  </a:cubicBezTo>
                  <a:cubicBezTo>
                    <a:pt x="437392" y="-10603"/>
                    <a:pt x="583001" y="135954"/>
                    <a:pt x="568454" y="284227"/>
                  </a:cubicBezTo>
                  <a:cubicBezTo>
                    <a:pt x="565596" y="410018"/>
                    <a:pt x="409990" y="582512"/>
                    <a:pt x="284227" y="568454"/>
                  </a:cubicBezTo>
                  <a:cubicBezTo>
                    <a:pt x="119203" y="529834"/>
                    <a:pt x="14886" y="462667"/>
                    <a:pt x="0" y="284227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95C89D5-6BB7-4BEE-A51E-315E656D36A3}"/>
                </a:ext>
              </a:extLst>
            </p:cNvPr>
            <p:cNvSpPr/>
            <p:nvPr/>
          </p:nvSpPr>
          <p:spPr>
            <a:xfrm>
              <a:off x="10930751" y="4564926"/>
              <a:ext cx="971079" cy="971079"/>
            </a:xfrm>
            <a:custGeom>
              <a:avLst/>
              <a:gdLst>
                <a:gd name="connsiteX0" fmla="*/ 0 w 971079"/>
                <a:gd name="connsiteY0" fmla="*/ 485540 h 971079"/>
                <a:gd name="connsiteX1" fmla="*/ 485540 w 971079"/>
                <a:gd name="connsiteY1" fmla="*/ 0 h 971079"/>
                <a:gd name="connsiteX2" fmla="*/ 971080 w 971079"/>
                <a:gd name="connsiteY2" fmla="*/ 485540 h 971079"/>
                <a:gd name="connsiteX3" fmla="*/ 485540 w 971079"/>
                <a:gd name="connsiteY3" fmla="*/ 971080 h 971079"/>
                <a:gd name="connsiteX4" fmla="*/ 0 w 971079"/>
                <a:gd name="connsiteY4" fmla="*/ 485540 h 97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079" h="971079" fill="none" extrusionOk="0">
                  <a:moveTo>
                    <a:pt x="0" y="485540"/>
                  </a:moveTo>
                  <a:cubicBezTo>
                    <a:pt x="-16125" y="210778"/>
                    <a:pt x="187534" y="53939"/>
                    <a:pt x="485540" y="0"/>
                  </a:cubicBezTo>
                  <a:cubicBezTo>
                    <a:pt x="783639" y="34383"/>
                    <a:pt x="1010492" y="257674"/>
                    <a:pt x="971080" y="485540"/>
                  </a:cubicBezTo>
                  <a:cubicBezTo>
                    <a:pt x="963220" y="751287"/>
                    <a:pt x="798937" y="1023326"/>
                    <a:pt x="485540" y="971080"/>
                  </a:cubicBezTo>
                  <a:cubicBezTo>
                    <a:pt x="183655" y="1016682"/>
                    <a:pt x="-59151" y="699439"/>
                    <a:pt x="0" y="485540"/>
                  </a:cubicBezTo>
                  <a:close/>
                </a:path>
                <a:path w="971079" h="971079" stroke="0" extrusionOk="0">
                  <a:moveTo>
                    <a:pt x="0" y="485540"/>
                  </a:moveTo>
                  <a:cubicBezTo>
                    <a:pt x="17866" y="191089"/>
                    <a:pt x="236880" y="30558"/>
                    <a:pt x="485540" y="0"/>
                  </a:cubicBezTo>
                  <a:cubicBezTo>
                    <a:pt x="740858" y="-35735"/>
                    <a:pt x="992972" y="230478"/>
                    <a:pt x="971080" y="485540"/>
                  </a:cubicBezTo>
                  <a:cubicBezTo>
                    <a:pt x="968511" y="725664"/>
                    <a:pt x="729922" y="981788"/>
                    <a:pt x="485540" y="971080"/>
                  </a:cubicBezTo>
                  <a:cubicBezTo>
                    <a:pt x="213555" y="952712"/>
                    <a:pt x="10543" y="768899"/>
                    <a:pt x="0" y="48554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17C49D4F-F3D3-4C94-8E5A-0E93BEC6942B}"/>
                </a:ext>
              </a:extLst>
            </p:cNvPr>
            <p:cNvSpPr/>
            <p:nvPr/>
          </p:nvSpPr>
          <p:spPr>
            <a:xfrm rot="17825019" flipH="1">
              <a:off x="9927094" y="459319"/>
              <a:ext cx="1830926" cy="1554480"/>
            </a:xfrm>
            <a:custGeom>
              <a:avLst/>
              <a:gdLst>
                <a:gd name="connsiteX0" fmla="*/ 0 w 1830926"/>
                <a:gd name="connsiteY0" fmla="*/ 777240 h 1554480"/>
                <a:gd name="connsiteX1" fmla="*/ 388620 w 1830926"/>
                <a:gd name="connsiteY1" fmla="*/ 0 h 1554480"/>
                <a:gd name="connsiteX2" fmla="*/ 1442306 w 1830926"/>
                <a:gd name="connsiteY2" fmla="*/ 0 h 1554480"/>
                <a:gd name="connsiteX3" fmla="*/ 1830926 w 1830926"/>
                <a:gd name="connsiteY3" fmla="*/ 777240 h 1554480"/>
                <a:gd name="connsiteX4" fmla="*/ 1442306 w 1830926"/>
                <a:gd name="connsiteY4" fmla="*/ 1554480 h 1554480"/>
                <a:gd name="connsiteX5" fmla="*/ 388620 w 1830926"/>
                <a:gd name="connsiteY5" fmla="*/ 1554480 h 1554480"/>
                <a:gd name="connsiteX6" fmla="*/ 0 w 1830926"/>
                <a:gd name="connsiteY6" fmla="*/ 77724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0926" h="1554480" fill="none" extrusionOk="0">
                  <a:moveTo>
                    <a:pt x="0" y="777240"/>
                  </a:moveTo>
                  <a:cubicBezTo>
                    <a:pt x="140182" y="559663"/>
                    <a:pt x="300007" y="78053"/>
                    <a:pt x="388620" y="0"/>
                  </a:cubicBezTo>
                  <a:cubicBezTo>
                    <a:pt x="851372" y="-14320"/>
                    <a:pt x="1161809" y="-8201"/>
                    <a:pt x="1442306" y="0"/>
                  </a:cubicBezTo>
                  <a:cubicBezTo>
                    <a:pt x="1529490" y="211412"/>
                    <a:pt x="1782096" y="630071"/>
                    <a:pt x="1830926" y="777240"/>
                  </a:cubicBezTo>
                  <a:cubicBezTo>
                    <a:pt x="1590398" y="1139377"/>
                    <a:pt x="1564483" y="1193580"/>
                    <a:pt x="1442306" y="1554480"/>
                  </a:cubicBezTo>
                  <a:cubicBezTo>
                    <a:pt x="1020825" y="1602712"/>
                    <a:pt x="817627" y="1618108"/>
                    <a:pt x="388620" y="1554480"/>
                  </a:cubicBezTo>
                  <a:cubicBezTo>
                    <a:pt x="265746" y="1364091"/>
                    <a:pt x="129661" y="1157297"/>
                    <a:pt x="0" y="777240"/>
                  </a:cubicBezTo>
                  <a:close/>
                </a:path>
                <a:path w="1830926" h="1554480" stroke="0" extrusionOk="0">
                  <a:moveTo>
                    <a:pt x="0" y="777240"/>
                  </a:moveTo>
                  <a:cubicBezTo>
                    <a:pt x="63852" y="568426"/>
                    <a:pt x="167856" y="367509"/>
                    <a:pt x="388620" y="0"/>
                  </a:cubicBezTo>
                  <a:cubicBezTo>
                    <a:pt x="627723" y="92050"/>
                    <a:pt x="1074567" y="74648"/>
                    <a:pt x="1442306" y="0"/>
                  </a:cubicBezTo>
                  <a:cubicBezTo>
                    <a:pt x="1596919" y="222005"/>
                    <a:pt x="1788285" y="605170"/>
                    <a:pt x="1830926" y="777240"/>
                  </a:cubicBezTo>
                  <a:cubicBezTo>
                    <a:pt x="1836540" y="937624"/>
                    <a:pt x="1686429" y="1191873"/>
                    <a:pt x="1442306" y="1554480"/>
                  </a:cubicBezTo>
                  <a:cubicBezTo>
                    <a:pt x="1036144" y="1611623"/>
                    <a:pt x="558354" y="1573237"/>
                    <a:pt x="388620" y="1554480"/>
                  </a:cubicBezTo>
                  <a:cubicBezTo>
                    <a:pt x="271968" y="1274814"/>
                    <a:pt x="67688" y="988571"/>
                    <a:pt x="0" y="77724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hex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9F1BCE1-83BF-4F0D-ABEA-990436B559E6}"/>
                </a:ext>
              </a:extLst>
            </p:cNvPr>
            <p:cNvSpPr/>
            <p:nvPr/>
          </p:nvSpPr>
          <p:spPr>
            <a:xfrm rot="6415440">
              <a:off x="7429864" y="496591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543A919-DECC-40ED-AC1D-42B076D7D9DC}"/>
                </a:ext>
              </a:extLst>
            </p:cNvPr>
            <p:cNvSpPr/>
            <p:nvPr/>
          </p:nvSpPr>
          <p:spPr>
            <a:xfrm rot="9142069">
              <a:off x="3161267" y="792167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다리꼴 16">
              <a:extLst>
                <a:ext uri="{FF2B5EF4-FFF2-40B4-BE49-F238E27FC236}">
                  <a16:creationId xmlns:a16="http://schemas.microsoft.com/office/drawing/2014/main" id="{663F3B1C-7089-436E-8552-76F027AA0E2D}"/>
                </a:ext>
              </a:extLst>
            </p:cNvPr>
            <p:cNvSpPr/>
            <p:nvPr/>
          </p:nvSpPr>
          <p:spPr>
            <a:xfrm rot="1074861">
              <a:off x="7830049" y="2350010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37743 w 1554480"/>
                <a:gd name="connsiteY1" fmla="*/ 0 h 1554480"/>
                <a:gd name="connsiteX2" fmla="*/ 1516737 w 1554480"/>
                <a:gd name="connsiteY2" fmla="*/ 0 h 1554480"/>
                <a:gd name="connsiteX3" fmla="*/ 1554480 w 1554480"/>
                <a:gd name="connsiteY3" fmla="*/ 1554480 h 1554480"/>
                <a:gd name="connsiteX4" fmla="*/ 0 w 1554480"/>
                <a:gd name="connsiteY4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37159" y="923103"/>
                    <a:pt x="156822" y="647224"/>
                    <a:pt x="37743" y="0"/>
                  </a:cubicBezTo>
                  <a:cubicBezTo>
                    <a:pt x="695123" y="-43259"/>
                    <a:pt x="809404" y="11969"/>
                    <a:pt x="1516737" y="0"/>
                  </a:cubicBezTo>
                  <a:cubicBezTo>
                    <a:pt x="1599027" y="632536"/>
                    <a:pt x="1497615" y="1058782"/>
                    <a:pt x="1554480" y="1554480"/>
                  </a:cubicBezTo>
                  <a:cubicBezTo>
                    <a:pt x="1044927" y="1434372"/>
                    <a:pt x="228186" y="159494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32131" y="1181175"/>
                    <a:pt x="102759" y="400364"/>
                    <a:pt x="37743" y="0"/>
                  </a:cubicBezTo>
                  <a:cubicBezTo>
                    <a:pt x="264946" y="-17669"/>
                    <a:pt x="801458" y="99939"/>
                    <a:pt x="1516737" y="0"/>
                  </a:cubicBezTo>
                  <a:cubicBezTo>
                    <a:pt x="1559100" y="622014"/>
                    <a:pt x="1418836" y="1102555"/>
                    <a:pt x="1554480" y="1554480"/>
                  </a:cubicBezTo>
                  <a:cubicBezTo>
                    <a:pt x="1164681" y="1498151"/>
                    <a:pt x="668185" y="1567070"/>
                    <a:pt x="0" y="155448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apezoid">
                      <a:avLst>
                        <a:gd name="adj" fmla="val 2428"/>
                      </a:avLst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각 삼각형 17">
              <a:extLst>
                <a:ext uri="{FF2B5EF4-FFF2-40B4-BE49-F238E27FC236}">
                  <a16:creationId xmlns:a16="http://schemas.microsoft.com/office/drawing/2014/main" id="{36956D59-3CE5-4F37-8240-28BE1ADECA02}"/>
                </a:ext>
              </a:extLst>
            </p:cNvPr>
            <p:cNvSpPr/>
            <p:nvPr/>
          </p:nvSpPr>
          <p:spPr>
            <a:xfrm rot="20261023">
              <a:off x="10096343" y="2011124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A6F89D5-8D49-473D-BB31-36904B5896CF}"/>
                </a:ext>
              </a:extLst>
            </p:cNvPr>
            <p:cNvSpPr/>
            <p:nvPr/>
          </p:nvSpPr>
          <p:spPr>
            <a:xfrm>
              <a:off x="7866069" y="4675126"/>
              <a:ext cx="1187190" cy="1187190"/>
            </a:xfrm>
            <a:custGeom>
              <a:avLst/>
              <a:gdLst>
                <a:gd name="connsiteX0" fmla="*/ 0 w 1187190"/>
                <a:gd name="connsiteY0" fmla="*/ 593595 h 1187190"/>
                <a:gd name="connsiteX1" fmla="*/ 593595 w 1187190"/>
                <a:gd name="connsiteY1" fmla="*/ 0 h 1187190"/>
                <a:gd name="connsiteX2" fmla="*/ 1187190 w 1187190"/>
                <a:gd name="connsiteY2" fmla="*/ 593595 h 1187190"/>
                <a:gd name="connsiteX3" fmla="*/ 593595 w 1187190"/>
                <a:gd name="connsiteY3" fmla="*/ 1187190 h 1187190"/>
                <a:gd name="connsiteX4" fmla="*/ 0 w 1187190"/>
                <a:gd name="connsiteY4" fmla="*/ 593595 h 118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7190" h="1187190" fill="none" extrusionOk="0">
                  <a:moveTo>
                    <a:pt x="0" y="593595"/>
                  </a:moveTo>
                  <a:cubicBezTo>
                    <a:pt x="-52421" y="244286"/>
                    <a:pt x="253446" y="22255"/>
                    <a:pt x="593595" y="0"/>
                  </a:cubicBezTo>
                  <a:cubicBezTo>
                    <a:pt x="957150" y="41019"/>
                    <a:pt x="1196144" y="274915"/>
                    <a:pt x="1187190" y="593595"/>
                  </a:cubicBezTo>
                  <a:cubicBezTo>
                    <a:pt x="1170618" y="916350"/>
                    <a:pt x="936010" y="1204030"/>
                    <a:pt x="593595" y="1187190"/>
                  </a:cubicBezTo>
                  <a:cubicBezTo>
                    <a:pt x="233114" y="1231331"/>
                    <a:pt x="-48321" y="877106"/>
                    <a:pt x="0" y="593595"/>
                  </a:cubicBezTo>
                  <a:close/>
                </a:path>
                <a:path w="1187190" h="1187190" stroke="0" extrusionOk="0">
                  <a:moveTo>
                    <a:pt x="0" y="593595"/>
                  </a:moveTo>
                  <a:cubicBezTo>
                    <a:pt x="51359" y="190170"/>
                    <a:pt x="311082" y="71036"/>
                    <a:pt x="593595" y="0"/>
                  </a:cubicBezTo>
                  <a:cubicBezTo>
                    <a:pt x="918309" y="-8681"/>
                    <a:pt x="1248574" y="302479"/>
                    <a:pt x="1187190" y="593595"/>
                  </a:cubicBezTo>
                  <a:cubicBezTo>
                    <a:pt x="1186090" y="909426"/>
                    <a:pt x="844286" y="1221936"/>
                    <a:pt x="593595" y="1187190"/>
                  </a:cubicBezTo>
                  <a:cubicBezTo>
                    <a:pt x="252617" y="1124122"/>
                    <a:pt x="18826" y="948576"/>
                    <a:pt x="0" y="593595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F5D3ACDE-CC33-42E1-8287-A12215336D30}"/>
                </a:ext>
              </a:extLst>
            </p:cNvPr>
            <p:cNvSpPr/>
            <p:nvPr/>
          </p:nvSpPr>
          <p:spPr>
            <a:xfrm rot="20484939">
              <a:off x="3892749" y="4569672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77724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104008" y="1349732"/>
                    <a:pt x="565051" y="473619"/>
                    <a:pt x="777240" y="0"/>
                  </a:cubicBezTo>
                  <a:cubicBezTo>
                    <a:pt x="1165517" y="571421"/>
                    <a:pt x="1150763" y="1046643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33842" y="1230807"/>
                    <a:pt x="588307" y="478726"/>
                    <a:pt x="777240" y="0"/>
                  </a:cubicBezTo>
                  <a:cubicBezTo>
                    <a:pt x="799994" y="231004"/>
                    <a:pt x="1341738" y="780729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각 삼각형 20">
              <a:extLst>
                <a:ext uri="{FF2B5EF4-FFF2-40B4-BE49-F238E27FC236}">
                  <a16:creationId xmlns:a16="http://schemas.microsoft.com/office/drawing/2014/main" id="{2D224FAD-CC76-4AB9-B32E-FB6F434F0FC3}"/>
                </a:ext>
              </a:extLst>
            </p:cNvPr>
            <p:cNvSpPr/>
            <p:nvPr/>
          </p:nvSpPr>
          <p:spPr>
            <a:xfrm rot="16489952">
              <a:off x="5727771" y="4977021"/>
              <a:ext cx="1554480" cy="1554480"/>
            </a:xfrm>
            <a:custGeom>
              <a:avLst/>
              <a:gdLst>
                <a:gd name="connsiteX0" fmla="*/ 0 w 1554480"/>
                <a:gd name="connsiteY0" fmla="*/ 1554480 h 1554480"/>
                <a:gd name="connsiteX1" fmla="*/ 0 w 1554480"/>
                <a:gd name="connsiteY1" fmla="*/ 0 h 1554480"/>
                <a:gd name="connsiteX2" fmla="*/ 1554480 w 1554480"/>
                <a:gd name="connsiteY2" fmla="*/ 1554480 h 1554480"/>
                <a:gd name="connsiteX3" fmla="*/ 0 w 1554480"/>
                <a:gd name="connsiteY3" fmla="*/ 1554480 h 155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4480" h="1554480" fill="none" extrusionOk="0">
                  <a:moveTo>
                    <a:pt x="0" y="1554480"/>
                  </a:moveTo>
                  <a:cubicBezTo>
                    <a:pt x="56329" y="1164681"/>
                    <a:pt x="-12590" y="668185"/>
                    <a:pt x="0" y="0"/>
                  </a:cubicBezTo>
                  <a:cubicBezTo>
                    <a:pt x="628021" y="473624"/>
                    <a:pt x="1039607" y="971414"/>
                    <a:pt x="1554480" y="1554480"/>
                  </a:cubicBezTo>
                  <a:cubicBezTo>
                    <a:pt x="1016438" y="1604400"/>
                    <a:pt x="382672" y="1445581"/>
                    <a:pt x="0" y="1554480"/>
                  </a:cubicBezTo>
                  <a:close/>
                </a:path>
                <a:path w="1554480" h="1554480" stroke="0" extrusionOk="0">
                  <a:moveTo>
                    <a:pt x="0" y="1554480"/>
                  </a:moveTo>
                  <a:cubicBezTo>
                    <a:pt x="-86919" y="1309484"/>
                    <a:pt x="-129842" y="680845"/>
                    <a:pt x="0" y="0"/>
                  </a:cubicBezTo>
                  <a:cubicBezTo>
                    <a:pt x="496604" y="708525"/>
                    <a:pt x="896236" y="942958"/>
                    <a:pt x="1554480" y="1554480"/>
                  </a:cubicBezTo>
                  <a:cubicBezTo>
                    <a:pt x="1076816" y="1526129"/>
                    <a:pt x="642898" y="1498512"/>
                    <a:pt x="0" y="155448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t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1AC7C415-8CF6-47F3-812B-8132A658DE3F}"/>
                </a:ext>
              </a:extLst>
            </p:cNvPr>
            <p:cNvSpPr/>
            <p:nvPr/>
          </p:nvSpPr>
          <p:spPr>
            <a:xfrm rot="6329697">
              <a:off x="9530563" y="5093567"/>
              <a:ext cx="1540762" cy="1540762"/>
            </a:xfrm>
            <a:custGeom>
              <a:avLst/>
              <a:gdLst>
                <a:gd name="connsiteX0" fmla="*/ 0 w 1540762"/>
                <a:gd name="connsiteY0" fmla="*/ 1540762 h 1540762"/>
                <a:gd name="connsiteX1" fmla="*/ 770381 w 1540762"/>
                <a:gd name="connsiteY1" fmla="*/ 0 h 1540762"/>
                <a:gd name="connsiteX2" fmla="*/ 1540762 w 1540762"/>
                <a:gd name="connsiteY2" fmla="*/ 1540762 h 1540762"/>
                <a:gd name="connsiteX3" fmla="*/ 0 w 1540762"/>
                <a:gd name="connsiteY3" fmla="*/ 1540762 h 154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0762" h="1540762" fill="none" extrusionOk="0">
                  <a:moveTo>
                    <a:pt x="0" y="1540762"/>
                  </a:moveTo>
                  <a:cubicBezTo>
                    <a:pt x="267243" y="1351247"/>
                    <a:pt x="394441" y="543592"/>
                    <a:pt x="770381" y="0"/>
                  </a:cubicBezTo>
                  <a:cubicBezTo>
                    <a:pt x="1028954" y="504083"/>
                    <a:pt x="1420492" y="1274692"/>
                    <a:pt x="1540762" y="1540762"/>
                  </a:cubicBezTo>
                  <a:cubicBezTo>
                    <a:pt x="1014654" y="1432778"/>
                    <a:pt x="616425" y="1406468"/>
                    <a:pt x="0" y="1540762"/>
                  </a:cubicBezTo>
                  <a:close/>
                </a:path>
                <a:path w="1540762" h="1540762" stroke="0" extrusionOk="0">
                  <a:moveTo>
                    <a:pt x="0" y="1540762"/>
                  </a:moveTo>
                  <a:cubicBezTo>
                    <a:pt x="362724" y="1003643"/>
                    <a:pt x="583504" y="661549"/>
                    <a:pt x="770381" y="0"/>
                  </a:cubicBezTo>
                  <a:cubicBezTo>
                    <a:pt x="1078331" y="742154"/>
                    <a:pt x="1286160" y="988566"/>
                    <a:pt x="1540762" y="1540762"/>
                  </a:cubicBezTo>
                  <a:cubicBezTo>
                    <a:pt x="961809" y="1546326"/>
                    <a:pt x="450388" y="1417619"/>
                    <a:pt x="0" y="1540762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triangl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0665F5-239B-476D-B4FA-5A691B07866F}"/>
              </a:ext>
            </a:extLst>
          </p:cNvPr>
          <p:cNvSpPr/>
          <p:nvPr/>
        </p:nvSpPr>
        <p:spPr>
          <a:xfrm>
            <a:off x="1303690" y="2122315"/>
            <a:ext cx="9584530" cy="2651745"/>
          </a:xfrm>
          <a:prstGeom prst="rect">
            <a:avLst/>
          </a:prstGeom>
          <a:solidFill>
            <a:schemeClr val="bg1"/>
          </a:solidFill>
          <a:ln w="254000">
            <a:solidFill>
              <a:srgbClr val="D1B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EB686-CA87-4EED-A821-63176C2AFF1E}"/>
              </a:ext>
            </a:extLst>
          </p:cNvPr>
          <p:cNvSpPr txBox="1"/>
          <p:nvPr/>
        </p:nvSpPr>
        <p:spPr>
          <a:xfrm>
            <a:off x="4161016" y="2864140"/>
            <a:ext cx="3869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캡스톤</a:t>
            </a:r>
            <a:r>
              <a:rPr lang="ko-KR" altLang="en-US" sz="3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디자인 </a:t>
            </a:r>
            <a:r>
              <a:rPr lang="en-US" altLang="ko-KR" sz="3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</a:t>
            </a:r>
            <a:r>
              <a:rPr lang="ko-KR" altLang="en-US" sz="3600" spc="30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</a:t>
            </a:r>
            <a:endParaRPr lang="ko-KR" altLang="en-US" sz="3600" spc="300" dirty="0">
              <a:solidFill>
                <a:schemeClr val="tx1">
                  <a:lumMod val="85000"/>
                  <a:lumOff val="1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280103-9C8D-4B0E-A7FF-AD7186FA997F}"/>
              </a:ext>
            </a:extLst>
          </p:cNvPr>
          <p:cNvSpPr txBox="1"/>
          <p:nvPr/>
        </p:nvSpPr>
        <p:spPr>
          <a:xfrm>
            <a:off x="2958997" y="3781850"/>
            <a:ext cx="627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ESL </a:t>
            </a:r>
            <a:r>
              <a:rPr lang="ko-KR" altLang="en-US" dirty="0"/>
              <a:t>전자 가격 표시기를 활용한 전시장 부스 예약 시스템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EAF9C-6FCF-4083-B323-A59B12932AB7}"/>
              </a:ext>
            </a:extLst>
          </p:cNvPr>
          <p:cNvSpPr txBox="1"/>
          <p:nvPr/>
        </p:nvSpPr>
        <p:spPr>
          <a:xfrm>
            <a:off x="10397585" y="5854276"/>
            <a:ext cx="1734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16011084  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심재호</a:t>
            </a:r>
          </a:p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16011152   </a:t>
            </a:r>
            <a:r>
              <a:rPr lang="ko-KR" altLang="en-US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박재형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17011005   </a:t>
            </a:r>
            <a:r>
              <a:rPr lang="ko-KR" altLang="en-US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정행석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17013152  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최종혁</a:t>
            </a:r>
          </a:p>
        </p:txBody>
      </p:sp>
    </p:spTree>
    <p:extLst>
      <p:ext uri="{BB962C8B-B14F-4D97-AF65-F5344CB8AC3E}">
        <p14:creationId xmlns:p14="http://schemas.microsoft.com/office/powerpoint/2010/main" val="341846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B61297-4B9E-4D78-8993-DD67BD3C98DF}"/>
              </a:ext>
            </a:extLst>
          </p:cNvPr>
          <p:cNvCxnSpPr/>
          <p:nvPr/>
        </p:nvCxnSpPr>
        <p:spPr>
          <a:xfrm>
            <a:off x="850605" y="1414130"/>
            <a:ext cx="11341395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39088B-0436-4AA8-AFA5-50F0D9AE803F}"/>
              </a:ext>
            </a:extLst>
          </p:cNvPr>
          <p:cNvCxnSpPr/>
          <p:nvPr/>
        </p:nvCxnSpPr>
        <p:spPr>
          <a:xfrm>
            <a:off x="850605" y="1587795"/>
            <a:ext cx="11341395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662D7B-7A67-443D-BCAB-5DC116073CA6}"/>
              </a:ext>
            </a:extLst>
          </p:cNvPr>
          <p:cNvSpPr txBox="1"/>
          <p:nvPr/>
        </p:nvSpPr>
        <p:spPr>
          <a:xfrm flipH="1">
            <a:off x="789448" y="463670"/>
            <a:ext cx="18388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목차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82BC4DD-74B5-48B1-8D3A-41B16F23BD9E}"/>
              </a:ext>
            </a:extLst>
          </p:cNvPr>
          <p:cNvGrpSpPr/>
          <p:nvPr/>
        </p:nvGrpSpPr>
        <p:grpSpPr>
          <a:xfrm>
            <a:off x="930912" y="1885249"/>
            <a:ext cx="565874" cy="565874"/>
            <a:chOff x="930912" y="1885249"/>
            <a:chExt cx="565874" cy="56587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617E0FF-5B29-478C-94B9-61F9D88A4CDF}"/>
                </a:ext>
              </a:extLst>
            </p:cNvPr>
            <p:cNvSpPr/>
            <p:nvPr/>
          </p:nvSpPr>
          <p:spPr>
            <a:xfrm>
              <a:off x="930912" y="1885249"/>
              <a:ext cx="565874" cy="5658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8D9867-0483-4D29-B307-71C21C6BFF6B}"/>
                </a:ext>
              </a:extLst>
            </p:cNvPr>
            <p:cNvSpPr txBox="1"/>
            <p:nvPr/>
          </p:nvSpPr>
          <p:spPr>
            <a:xfrm>
              <a:off x="1048579" y="1968131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40474D"/>
                  </a:solidFill>
                </a:rPr>
                <a:t>1</a:t>
              </a:r>
              <a:endParaRPr lang="ko-KR" altLang="en-US" sz="2000" b="1" dirty="0">
                <a:solidFill>
                  <a:srgbClr val="40474D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9792471-0D08-4F9B-A3B9-5F8979B3F84D}"/>
              </a:ext>
            </a:extLst>
          </p:cNvPr>
          <p:cNvSpPr txBox="1"/>
          <p:nvPr/>
        </p:nvSpPr>
        <p:spPr>
          <a:xfrm>
            <a:off x="1708855" y="2709189"/>
            <a:ext cx="295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/>
            </a:lvl1pPr>
          </a:lstStyle>
          <a:p>
            <a:r>
              <a:rPr lang="ko-KR" altLang="en-US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유스케이스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시나리오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A25BB50-33AA-4C57-9454-0DA261757591}"/>
              </a:ext>
            </a:extLst>
          </p:cNvPr>
          <p:cNvGrpSpPr/>
          <p:nvPr/>
        </p:nvGrpSpPr>
        <p:grpSpPr>
          <a:xfrm>
            <a:off x="932330" y="2626942"/>
            <a:ext cx="564604" cy="564604"/>
            <a:chOff x="932330" y="2626942"/>
            <a:chExt cx="564604" cy="56460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3BD418F-1481-4B12-910F-8DED15CBAC30}"/>
                </a:ext>
              </a:extLst>
            </p:cNvPr>
            <p:cNvSpPr/>
            <p:nvPr/>
          </p:nvSpPr>
          <p:spPr>
            <a:xfrm>
              <a:off x="932330" y="2626942"/>
              <a:ext cx="564604" cy="56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116CC1-EB97-49B4-91E2-86342F9EC139}"/>
                </a:ext>
              </a:extLst>
            </p:cNvPr>
            <p:cNvSpPr txBox="1"/>
            <p:nvPr/>
          </p:nvSpPr>
          <p:spPr>
            <a:xfrm>
              <a:off x="1049362" y="2709189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40474D"/>
                  </a:solidFill>
                </a:rPr>
                <a:t>2</a:t>
              </a:r>
              <a:endParaRPr lang="ko-KR" altLang="en-US" sz="2000" b="1" dirty="0">
                <a:solidFill>
                  <a:srgbClr val="40474D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5EFBB2C-292C-4845-92A1-BCFB8FCCDD6F}"/>
              </a:ext>
            </a:extLst>
          </p:cNvPr>
          <p:cNvSpPr txBox="1"/>
          <p:nvPr/>
        </p:nvSpPr>
        <p:spPr>
          <a:xfrm>
            <a:off x="1708854" y="3458991"/>
            <a:ext cx="295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유스케이스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다이어그램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5680696-B1B9-4E74-B8C3-66A01AA2ECE9}"/>
              </a:ext>
            </a:extLst>
          </p:cNvPr>
          <p:cNvGrpSpPr/>
          <p:nvPr/>
        </p:nvGrpSpPr>
        <p:grpSpPr>
          <a:xfrm>
            <a:off x="932329" y="3372565"/>
            <a:ext cx="564604" cy="564604"/>
            <a:chOff x="932329" y="3372565"/>
            <a:chExt cx="564604" cy="56460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569A861-69E7-4427-8C88-794E9A556F45}"/>
                </a:ext>
              </a:extLst>
            </p:cNvPr>
            <p:cNvSpPr/>
            <p:nvPr/>
          </p:nvSpPr>
          <p:spPr>
            <a:xfrm>
              <a:off x="932329" y="3372565"/>
              <a:ext cx="564604" cy="56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9DF35E-D71F-4968-817C-FDA1E4DAF04A}"/>
                </a:ext>
              </a:extLst>
            </p:cNvPr>
            <p:cNvSpPr txBox="1"/>
            <p:nvPr/>
          </p:nvSpPr>
          <p:spPr>
            <a:xfrm>
              <a:off x="1049361" y="345481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40474D"/>
                  </a:solidFill>
                </a:rPr>
                <a:t>3</a:t>
              </a:r>
              <a:endParaRPr lang="ko-KR" altLang="en-US" sz="2000" b="1" dirty="0">
                <a:solidFill>
                  <a:srgbClr val="40474D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34D5A94-FA8E-40C8-AA95-76A9AD9011F0}"/>
              </a:ext>
            </a:extLst>
          </p:cNvPr>
          <p:cNvSpPr txBox="1"/>
          <p:nvPr/>
        </p:nvSpPr>
        <p:spPr>
          <a:xfrm>
            <a:off x="1708853" y="4204614"/>
            <a:ext cx="295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클래스 다이어그램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F433491-177B-4AFD-97EB-3F8A153AAF39}"/>
              </a:ext>
            </a:extLst>
          </p:cNvPr>
          <p:cNvGrpSpPr/>
          <p:nvPr/>
        </p:nvGrpSpPr>
        <p:grpSpPr>
          <a:xfrm>
            <a:off x="932328" y="4131919"/>
            <a:ext cx="564604" cy="564604"/>
            <a:chOff x="932328" y="4131919"/>
            <a:chExt cx="564604" cy="56460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A7A2F98-732F-4F25-820C-35377E33AABB}"/>
                </a:ext>
              </a:extLst>
            </p:cNvPr>
            <p:cNvSpPr/>
            <p:nvPr/>
          </p:nvSpPr>
          <p:spPr>
            <a:xfrm>
              <a:off x="932328" y="4131919"/>
              <a:ext cx="564604" cy="56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37A05C-15D1-4AD9-AA9A-DDA1303FB950}"/>
                </a:ext>
              </a:extLst>
            </p:cNvPr>
            <p:cNvSpPr txBox="1"/>
            <p:nvPr/>
          </p:nvSpPr>
          <p:spPr>
            <a:xfrm>
              <a:off x="1049360" y="4214166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40474D"/>
                  </a:solidFill>
                </a:rPr>
                <a:t>4</a:t>
              </a:r>
              <a:endParaRPr lang="ko-KR" altLang="en-US" sz="2000" b="1" dirty="0">
                <a:solidFill>
                  <a:srgbClr val="40474D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D8AE8FD-0B37-420B-B9B4-84ACF0B95AE1}"/>
              </a:ext>
            </a:extLst>
          </p:cNvPr>
          <p:cNvSpPr txBox="1"/>
          <p:nvPr/>
        </p:nvSpPr>
        <p:spPr>
          <a:xfrm>
            <a:off x="1708852" y="4963968"/>
            <a:ext cx="3114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시퀀스 다이어그램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A38BB6D-4F3F-4DB1-8EED-C761A2F00995}"/>
              </a:ext>
            </a:extLst>
          </p:cNvPr>
          <p:cNvGrpSpPr/>
          <p:nvPr/>
        </p:nvGrpSpPr>
        <p:grpSpPr>
          <a:xfrm>
            <a:off x="932329" y="4899919"/>
            <a:ext cx="564604" cy="564604"/>
            <a:chOff x="932329" y="4899919"/>
            <a:chExt cx="564604" cy="56460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02F01E1-B472-4595-A40F-BC77FBAEF195}"/>
                </a:ext>
              </a:extLst>
            </p:cNvPr>
            <p:cNvSpPr/>
            <p:nvPr/>
          </p:nvSpPr>
          <p:spPr>
            <a:xfrm>
              <a:off x="932329" y="4899919"/>
              <a:ext cx="564604" cy="56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D67B3-B099-49E0-B9EF-E32AAC250B99}"/>
                </a:ext>
              </a:extLst>
            </p:cNvPr>
            <p:cNvSpPr txBox="1"/>
            <p:nvPr/>
          </p:nvSpPr>
          <p:spPr>
            <a:xfrm>
              <a:off x="1049361" y="4982166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40474D"/>
                  </a:solidFill>
                </a:rPr>
                <a:t>5</a:t>
              </a:r>
              <a:endParaRPr lang="ko-KR" altLang="en-US" sz="2000" b="1" dirty="0">
                <a:solidFill>
                  <a:srgbClr val="40474D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97C53D7-866A-435A-8A9D-6A430DCFDE00}"/>
              </a:ext>
            </a:extLst>
          </p:cNvPr>
          <p:cNvGrpSpPr/>
          <p:nvPr/>
        </p:nvGrpSpPr>
        <p:grpSpPr>
          <a:xfrm>
            <a:off x="932328" y="5659273"/>
            <a:ext cx="564604" cy="564604"/>
            <a:chOff x="932328" y="5659273"/>
            <a:chExt cx="564604" cy="56460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E2D4F64-E35A-47D0-AB5E-BF0CA8CEEF32}"/>
                </a:ext>
              </a:extLst>
            </p:cNvPr>
            <p:cNvSpPr/>
            <p:nvPr/>
          </p:nvSpPr>
          <p:spPr>
            <a:xfrm>
              <a:off x="932328" y="5659273"/>
              <a:ext cx="564604" cy="56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59F973-F22D-43C7-8245-BDA8BE00841C}"/>
                </a:ext>
              </a:extLst>
            </p:cNvPr>
            <p:cNvSpPr txBox="1"/>
            <p:nvPr/>
          </p:nvSpPr>
          <p:spPr>
            <a:xfrm>
              <a:off x="1049360" y="5741520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40474D"/>
                  </a:solidFill>
                </a:rPr>
                <a:t>6</a:t>
              </a:r>
              <a:endParaRPr lang="ko-KR" altLang="en-US" sz="2000" b="1" dirty="0">
                <a:solidFill>
                  <a:srgbClr val="40474D"/>
                </a:solidFill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BD6D305-6117-4D59-9AFB-88DEF26B762B}"/>
              </a:ext>
            </a:extLst>
          </p:cNvPr>
          <p:cNvSpPr txBox="1"/>
          <p:nvPr/>
        </p:nvSpPr>
        <p:spPr>
          <a:xfrm>
            <a:off x="1708852" y="5716456"/>
            <a:ext cx="295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기능요구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비기능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요구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4C5736-49ED-4C26-BE5E-ECFF626A905A}"/>
              </a:ext>
            </a:extLst>
          </p:cNvPr>
          <p:cNvSpPr txBox="1"/>
          <p:nvPr/>
        </p:nvSpPr>
        <p:spPr>
          <a:xfrm>
            <a:off x="1708855" y="1968131"/>
            <a:ext cx="295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/>
            </a:lvl1pPr>
          </a:lstStyle>
          <a:p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수행계획서</a:t>
            </a:r>
          </a:p>
        </p:txBody>
      </p:sp>
    </p:spTree>
    <p:extLst>
      <p:ext uri="{BB962C8B-B14F-4D97-AF65-F5344CB8AC3E}">
        <p14:creationId xmlns:p14="http://schemas.microsoft.com/office/powerpoint/2010/main" val="345610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/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전시장은 일년에 한번만 이뤄지는 곳이 아니다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따라서 관리자가 첫 웹 접근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Relationships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Supporters: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하여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메인페이지에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있는 도면을 확인하여 부스를 클릭한다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부스에 대한 정보를 획득한 후 처리한다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기본정보를 확인할 경우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형태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독립부스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조립부스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가격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기술지원서비스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조명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전기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인터넷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급배스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개수 확인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-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대여할 때 부스별로 제한 개수가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정해져있다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정보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-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기기의 상태를 알기 위한 기능이다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고장이 났을 경우 도면에서 빨간 표시가 나타난다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전시장의 현재상태가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준비중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＇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일때만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수정이 가능하도록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설정해두었다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6D6F5-0B2E-46E0-A398-8A76D9C3DC54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전시장 목록 조회 </a:t>
            </a:r>
          </a:p>
        </p:txBody>
      </p:sp>
    </p:spTree>
    <p:extLst>
      <p:ext uri="{BB962C8B-B14F-4D97-AF65-F5344CB8AC3E}">
        <p14:creationId xmlns:p14="http://schemas.microsoft.com/office/powerpoint/2010/main" val="3073313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284391"/>
              </p:ext>
            </p:extLst>
          </p:nvPr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메인페이지에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있는 도면을 활용하여 부스를 관리할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부스에 대한 정보를 얻기 위해 쓰여지는 기능이다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Relationships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Supporters: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하여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메인페이지에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있는 도면을 확인하여 부스를 클릭한다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부스에 대한 정보를 획득한 후 처리한다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기본정보를 확인할 경우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형태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독립부스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조립부스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가격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기술지원서비스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조명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전기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인터넷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급배스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개수 확인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-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을 대여할 때 부스별로 제한 개수가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정해져있다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해당 부스의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정보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-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기기의 상태를 알기 위한 기능이다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고장이 났을 경우 도면에서 빨간 표시가 나타난다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은 전시장의 현재상태가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준비중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＇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일때만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수정이 가능하도록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설정해두었다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부스 정보 조회 및 관리 </a:t>
            </a:r>
          </a:p>
        </p:txBody>
      </p:sp>
    </p:spTree>
    <p:extLst>
      <p:ext uri="{BB962C8B-B14F-4D97-AF65-F5344CB8AC3E}">
        <p14:creationId xmlns:p14="http://schemas.microsoft.com/office/powerpoint/2010/main" val="134129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/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전시 기간이 끝나면 사용자들은 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기기를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반납해야한다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Relationships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Initiator: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Supporters: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 전용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로그인하여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현황 목록에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Post-condition: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반납처리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사용자들은 대여한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기기를 반납한다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현황 목록에 들어간다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대여한 사용자의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와 각각의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기기의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알맞은지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확인한다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각각의 기기의 현황을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수정해준다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800100" lvl="1" indent="-342900">
              <a:buAutoNum type="arabicParenR"/>
            </a:pP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기기 현황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 [ ‘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대여중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‘, 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반납완료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’, ‘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파손</a:t>
            </a: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‘, ’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’]</a:t>
            </a:r>
          </a:p>
          <a:p>
            <a:pPr lvl="1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기기 반납 기능</a:t>
            </a:r>
          </a:p>
        </p:txBody>
      </p:sp>
    </p:spTree>
    <p:extLst>
      <p:ext uri="{BB962C8B-B14F-4D97-AF65-F5344CB8AC3E}">
        <p14:creationId xmlns:p14="http://schemas.microsoft.com/office/powerpoint/2010/main" val="321923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/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709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탈퇴오류 또는 다양한 오류로 사용자가 탈퇴를 하지못할 때 혹은 블랙리스트 관리로 인한 삭제 시 사용자계정을 강제로 삭제 가능하다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삭제 기능을 실행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선택한 사용자의 삭제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삭제할 사용자를 조회하고 선택한 뒤 삭제버튼을 누른다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비활성화가 아닌 삭제할 것인지 확인하는 메시지와 창을 띄운다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사용자계정 삭제를 완료한다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E1.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삭제할 사용자를 선택 안하고 삭제를 할 경우 사용자를 선택해 달라는 메시지를 보여주고 삭제 실패한다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삭제</a:t>
            </a:r>
          </a:p>
        </p:txBody>
      </p:sp>
    </p:spTree>
    <p:extLst>
      <p:ext uri="{BB962C8B-B14F-4D97-AF65-F5344CB8AC3E}">
        <p14:creationId xmlns:p14="http://schemas.microsoft.com/office/powerpoint/2010/main" val="262113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/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81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사용자 현황 및 관리를 위해 사용자의 정보를 조회할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또한 관리자 메인 페이지에서 회사명을 검색하여 부스의 위치를 파악할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검색 기능을 실행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검색한 사용자의 정보표현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조회할 사용자를 타이핑하고 검색버튼을 누른다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조회한 사용자정보를 표시한다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E1.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오타 혹은 없는 사용자일 경우 없다는 메시지를 보여준 뒤 조회실패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조회 </a:t>
            </a:r>
            <a:endParaRPr lang="ko-KR" altLang="en-US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16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/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182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사용자의 계정관리를 위해 권한을 설정할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 후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권한을 수정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관리자가 수정한 사용자의 권한내용 반영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사용자를 선택한 후 권한설정버튼을 누른다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원하는 사용자권한을 수정한다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.(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계정 활성화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비활성화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4)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수정버튼을 통해 수정을 완료한다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대안흐름</a:t>
            </a: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예외흐름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권한 </a:t>
            </a:r>
          </a:p>
        </p:txBody>
      </p:sp>
    </p:spTree>
    <p:extLst>
      <p:ext uri="{BB962C8B-B14F-4D97-AF65-F5344CB8AC3E}">
        <p14:creationId xmlns:p14="http://schemas.microsoft.com/office/powerpoint/2010/main" val="90747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4393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유스케이스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시나리오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5205E4-EB8C-43CB-AF71-54386A116E76}"/>
              </a:ext>
            </a:extLst>
          </p:cNvPr>
          <p:cNvGraphicFramePr>
            <a:graphicFrameLocks noGrp="1"/>
          </p:cNvGraphicFramePr>
          <p:nvPr/>
        </p:nvGraphicFramePr>
        <p:xfrm>
          <a:off x="-7338" y="1042268"/>
          <a:ext cx="1683737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737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kern="1200" dirty="0" err="1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유스케이스</a:t>
                      </a:r>
                      <a:r>
                        <a:rPr lang="ko-KR" altLang="en-US" sz="1400" b="1" kern="1200" dirty="0">
                          <a:solidFill>
                            <a:srgbClr val="D1B79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시나리오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5CFF58-B0C4-4CD6-9EC2-41CEA8B8647F}"/>
              </a:ext>
            </a:extLst>
          </p:cNvPr>
          <p:cNvSpPr txBox="1"/>
          <p:nvPr/>
        </p:nvSpPr>
        <p:spPr>
          <a:xfrm>
            <a:off x="2115671" y="1876469"/>
            <a:ext cx="9072282" cy="4548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개요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연동을 관리할 수 있고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표시될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UI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정보를 관리할 수 있다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Relationships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-Initiator: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-Supporters: 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-Pre-condition: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관리자는 관리 권한을 가진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ID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로그인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-post-condition: 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연결현황 확인 및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UI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업로드 및 수정 완료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42900" lvl="0" indent="-342900" latinLnBrk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기본흐름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 현황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ESL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연결현황을 확인한다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(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연결성공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연결실패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ESL UI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ESL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관리페이지에 들어간다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ESL UI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정보를 등록한다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화면에 표시될 정보 및 이미지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).</a:t>
            </a:r>
            <a:b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3) ESL UI 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완료버튼을 통해 저장한다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44A2-0C5D-4C07-A9FD-F4EF5A41940A}"/>
              </a:ext>
            </a:extLst>
          </p:cNvPr>
          <p:cNvSpPr txBox="1"/>
          <p:nvPr/>
        </p:nvSpPr>
        <p:spPr>
          <a:xfrm>
            <a:off x="2051876" y="1270760"/>
            <a:ext cx="439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ESL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연동 및 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UI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</a:t>
            </a:r>
          </a:p>
        </p:txBody>
      </p:sp>
    </p:spTree>
    <p:extLst>
      <p:ext uri="{BB962C8B-B14F-4D97-AF65-F5344CB8AC3E}">
        <p14:creationId xmlns:p14="http://schemas.microsoft.com/office/powerpoint/2010/main" val="122262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F8A62C-F4DA-48EA-8ADA-1D6F0796D456}"/>
              </a:ext>
            </a:extLst>
          </p:cNvPr>
          <p:cNvCxnSpPr>
            <a:cxnSpLocks/>
          </p:cNvCxnSpPr>
          <p:nvPr/>
        </p:nvCxnSpPr>
        <p:spPr>
          <a:xfrm>
            <a:off x="2051876" y="953050"/>
            <a:ext cx="10140124" cy="0"/>
          </a:xfrm>
          <a:prstGeom prst="line">
            <a:avLst/>
          </a:prstGeom>
          <a:ln w="38100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A71F3C-5357-4932-B47E-D2000A493410}"/>
              </a:ext>
            </a:extLst>
          </p:cNvPr>
          <p:cNvCxnSpPr>
            <a:cxnSpLocks/>
          </p:cNvCxnSpPr>
          <p:nvPr/>
        </p:nvCxnSpPr>
        <p:spPr>
          <a:xfrm>
            <a:off x="2051876" y="1126715"/>
            <a:ext cx="10140124" cy="0"/>
          </a:xfrm>
          <a:prstGeom prst="line">
            <a:avLst/>
          </a:prstGeom>
          <a:ln w="3175">
            <a:solidFill>
              <a:srgbClr val="D1B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1D016-5875-4DD0-8382-C18B928695A9}"/>
              </a:ext>
            </a:extLst>
          </p:cNvPr>
          <p:cNvSpPr txBox="1"/>
          <p:nvPr/>
        </p:nvSpPr>
        <p:spPr>
          <a:xfrm>
            <a:off x="2051876" y="245287"/>
            <a:ext cx="1544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5000" spc="300">
                <a:solidFill>
                  <a:schemeClr val="tx1">
                    <a:lumMod val="85000"/>
                    <a:lumOff val="15000"/>
                  </a:schemeClr>
                </a:solidFill>
                <a:latin typeface="HY바다M" panose="02030600000101010101" pitchFamily="18" charset="-127"/>
                <a:ea typeface="HY바다M" panose="02030600000101010101" pitchFamily="18" charset="-127"/>
              </a:defRPr>
            </a:lvl1pPr>
          </a:lstStyle>
          <a:p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개요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B610B77-EF01-466D-8C02-EF2B00850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000433"/>
              </p:ext>
            </p:extLst>
          </p:nvPr>
        </p:nvGraphicFramePr>
        <p:xfrm>
          <a:off x="-7337" y="1042268"/>
          <a:ext cx="1186180" cy="549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852242339"/>
                    </a:ext>
                  </a:extLst>
                </a:gridCol>
              </a:tblGrid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1" kern="1200" dirty="0">
                        <a:solidFill>
                          <a:srgbClr val="D1B79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9708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24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000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98016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1270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950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039338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85045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61617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2179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4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081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27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A8F75FC-340A-47A2-8104-B9DE205099ED}"/>
              </a:ext>
            </a:extLst>
          </p:cNvPr>
          <p:cNvSpPr/>
          <p:nvPr/>
        </p:nvSpPr>
        <p:spPr>
          <a:xfrm>
            <a:off x="3904129" y="1237129"/>
            <a:ext cx="4061013" cy="4061013"/>
          </a:xfrm>
          <a:prstGeom prst="roundRect">
            <a:avLst>
              <a:gd name="adj" fmla="val 23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7529F1-AF3F-42A4-9F70-F800D2C8F1AF}"/>
              </a:ext>
            </a:extLst>
          </p:cNvPr>
          <p:cNvSpPr/>
          <p:nvPr/>
        </p:nvSpPr>
        <p:spPr>
          <a:xfrm>
            <a:off x="4043082" y="1389529"/>
            <a:ext cx="3762043" cy="3762043"/>
          </a:xfrm>
          <a:prstGeom prst="rect">
            <a:avLst/>
          </a:prstGeom>
          <a:solidFill>
            <a:srgbClr val="F3F3F3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C5E30-CC88-4251-A304-A5AFF2DAAED6}"/>
              </a:ext>
            </a:extLst>
          </p:cNvPr>
          <p:cNvSpPr txBox="1"/>
          <p:nvPr/>
        </p:nvSpPr>
        <p:spPr>
          <a:xfrm>
            <a:off x="4244787" y="1802321"/>
            <a:ext cx="2465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rPr>
              <a:t>THANK</a:t>
            </a:r>
          </a:p>
          <a:p>
            <a:r>
              <a:rPr lang="en-US" altLang="ko-KR" sz="3200" dirty="0">
                <a:latin typeface="Aharoni" panose="02010803020104030203" pitchFamily="2" charset="-79"/>
                <a:cs typeface="Aharoni" panose="02010803020104030203" pitchFamily="2" charset="-79"/>
              </a:rPr>
              <a:t>YOU</a:t>
            </a:r>
            <a:endParaRPr lang="ko-KR" alt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397EA4-E6A2-4CCF-9977-99756F75C632}"/>
              </a:ext>
            </a:extLst>
          </p:cNvPr>
          <p:cNvSpPr/>
          <p:nvPr/>
        </p:nvSpPr>
        <p:spPr>
          <a:xfrm>
            <a:off x="4043082" y="3219784"/>
            <a:ext cx="3762043" cy="2943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27083-4091-4AD4-AE40-F03F92C8D229}"/>
              </a:ext>
            </a:extLst>
          </p:cNvPr>
          <p:cNvSpPr txBox="1"/>
          <p:nvPr/>
        </p:nvSpPr>
        <p:spPr>
          <a:xfrm>
            <a:off x="4244787" y="3980330"/>
            <a:ext cx="1734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16011084  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심재호</a:t>
            </a: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16011152   </a:t>
            </a:r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박재형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17011005   </a:t>
            </a:r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정행석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17013152  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최종혁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3DAC6E-7478-4005-AF7D-D408CFDBF944}"/>
              </a:ext>
            </a:extLst>
          </p:cNvPr>
          <p:cNvSpPr/>
          <p:nvPr/>
        </p:nvSpPr>
        <p:spPr>
          <a:xfrm>
            <a:off x="6238761" y="3664998"/>
            <a:ext cx="1335741" cy="13357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캡스톤</a:t>
            </a:r>
            <a:endParaRPr lang="en-US" altLang="ko-KR" sz="20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265099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880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나눔스퀘어_ac</vt:lpstr>
      <vt:lpstr>나눔스퀘어_ac Bold</vt:lpstr>
      <vt:lpstr>나눔스퀘어_ac ExtraBold</vt:lpstr>
      <vt:lpstr>맑은 고딕</vt:lpstr>
      <vt:lpstr>Aharoni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최종혁</dc:creator>
  <cp:lastModifiedBy>최종혁</cp:lastModifiedBy>
  <cp:revision>1</cp:revision>
  <dcterms:created xsi:type="dcterms:W3CDTF">2021-09-26T05:41:39Z</dcterms:created>
  <dcterms:modified xsi:type="dcterms:W3CDTF">2021-09-27T08:25:28Z</dcterms:modified>
</cp:coreProperties>
</file>