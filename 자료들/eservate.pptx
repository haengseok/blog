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F631D-7492-4329-8BFE-680C18B3F24E}" v="2" dt="2021-10-03T12:40:21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11AD-F196-4B82-A33D-246F21640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D7846-F1E5-479B-9E2A-A0E75574A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48A7-511A-4B5E-B97B-137247C1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DD9E-E0F9-4998-96FD-A81BE3A5F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B6BF-CBEC-4248-AC44-EC909B95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35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28A3-2302-4EDE-9460-F237C60D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207C-98C9-4B5C-9BED-90EBF8BD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E797E-9B66-4432-AC39-152AD4AC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223F-5C61-48EE-98D1-64C8BE38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051C0-7E0A-4B73-89D0-F2DA9707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88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0F9B-A07D-4951-8699-DC645975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E2978-D211-4746-839D-E97E24C78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D72D0-130A-4F1C-BF1E-DE26C448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022B-E6CF-4067-BC01-22690595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AB08B-C909-45AD-8B54-FA279B18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20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E1D8-F4F7-4453-8E0F-D33F9F8C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D5C5-7195-41C6-8DFB-148F7B2D9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DCA7A-BF8D-429D-A659-FB6BA217D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6D2D-5C3D-42D0-B533-96B86B77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7DCFA-E5A3-432A-8F20-5BDA0843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2E360-E039-4FE7-B087-C896A177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47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2F2B-6CE1-475D-BD26-B4E67569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E9222-F6C3-4C3E-B53E-B7F3B1D3C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25F30-7B75-47DD-B687-734FEA9DB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7B66A-5D98-4BB0-8F89-E9CA76AB0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FF4DC-9ECB-44DA-84C0-A8DCC68C6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F6456-CCAD-49CE-95CB-04BB5F75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672F3-98FD-4E3A-8E1F-296C0E98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8F6F4-6EC2-4D76-A0A7-8DAE415C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25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1228-D12D-4509-B8B8-5E7B025D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A79FA-B5E6-4339-A605-F0021B40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F60EF-E09C-48D8-98FA-42200A29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8242D-A211-468C-A01E-64F19ED4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3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63C8E-4AD8-4101-A90A-65BB1170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5BDF90-25A2-43F6-AB07-DBD3A70F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EBDC4-29CA-4A06-A011-6D7C2047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43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6D33-D61A-4EB7-8CED-BB4A0777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3A05D-97E7-41F1-92F6-9768F4F9A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11326-F7C7-44A1-B788-B341422DF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56486-DF41-43EF-B685-28D246D9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EE6D5-E8C9-4BDD-9985-F29D7962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C279A-D893-4369-8A5E-B5B4D63F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39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F545-60AC-4EBB-9766-98799A06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5470D5-2E59-49E1-AD84-9EF9E6AB4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6595F-61FB-493B-BD3E-4595BE84F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F1C8D-9912-4EE1-B17C-B3B59D70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D4F27-9BB9-423D-AEED-CFC5AAB92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5AFF2-A84C-4211-B4F3-9D3D5281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6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1C21-D59D-42E5-8E2B-6F675D9F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20E4B-F934-49E7-ABB7-C6B0E2F0D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44DCC-F38B-4DA9-86CA-E3F4E72D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3BB7D-E9D3-430C-B1AC-B28F2E8C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68228-5C15-4F02-8766-04CBA52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65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C4D58-EDBF-45FA-B9E6-F3F0BC928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9A8CB-570B-40C8-96DA-6352C2D63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F198B-450B-4A2B-9EDE-684ED625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817D1-7473-49AB-9257-D77ACDA9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5C859-7279-4165-913C-2AB19C32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01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EBF27-8BEC-419D-8946-5AF770E9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1CEE2-9B95-489E-94EE-CE594A020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16FF2-A123-4811-8256-1CE73DC3C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D5227-35A3-47E5-8D77-6920F1070AC9}" type="datetimeFigureOut">
              <a:rPr lang="zh-TW" altLang="en-US" smtClean="0"/>
              <a:t>2021/10/3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66F8E-EFDF-4C03-B872-84AA663CF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C32BA-4BE7-4A02-8817-D5FE98DFD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24DDD-5D5C-4A7E-B901-98A678F9B0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91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D48A7CA-CD53-45F4-99C2-1ECF3ABE0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3637" y="2814637"/>
            <a:ext cx="7324725" cy="12287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AF92266-8655-4C7A-B79E-E19C763EE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1487" y="2354716"/>
            <a:ext cx="485775" cy="581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FACB97-C359-40B3-A29F-168EBD30F06A}"/>
              </a:ext>
            </a:extLst>
          </p:cNvPr>
          <p:cNvSpPr txBox="1"/>
          <p:nvPr/>
        </p:nvSpPr>
        <p:spPr>
          <a:xfrm>
            <a:off x="2433637" y="4852409"/>
            <a:ext cx="284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#304653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A9FBB-08D6-4658-B932-2490FD5DB1EA}"/>
              </a:ext>
            </a:extLst>
          </p:cNvPr>
          <p:cNvSpPr txBox="1"/>
          <p:nvPr/>
        </p:nvSpPr>
        <p:spPr>
          <a:xfrm>
            <a:off x="7745865" y="1244573"/>
            <a:ext cx="284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#EF5E3B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821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cbhoi bokyung</dc:creator>
  <cp:lastModifiedBy>최종혁</cp:lastModifiedBy>
  <cp:revision>2</cp:revision>
  <dcterms:created xsi:type="dcterms:W3CDTF">2021-10-03T12:32:36Z</dcterms:created>
  <dcterms:modified xsi:type="dcterms:W3CDTF">2021-10-03T14:06:20Z</dcterms:modified>
</cp:coreProperties>
</file>