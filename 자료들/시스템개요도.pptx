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5A6EC-7FDA-42D8-ACB6-1EB24A3FA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749FB-FC66-403B-B276-94CF3873B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45C8E-AC76-4FC2-91BD-A756D533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8A3DF-0A42-40C3-9473-D8F93AFC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060FB4-D52F-4809-A44B-06CBDBB5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41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657C1-7A99-432D-B3FD-48A46D47C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278946-60AC-43D3-BFB4-97F8CBE0A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827CB-8E62-493D-95C2-7137BC22D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204736-A309-4567-A340-B115520A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AAEE60-CFFC-47D4-8ACD-16B155E85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7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D706A-64B5-4B8B-AA85-887BFD98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ED193F-0740-41C1-B679-E3CC34B4E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055282-F571-49D2-B4F6-F14EFDEBD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5D6E2B-2065-40A1-BEB0-01CB3C19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4AC42D-AD9A-43AF-B735-605329C1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63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6109E-03BA-4F49-9DBD-F580B000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F5A128-3AD8-43BF-9FFD-AEC8DEC5E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0B90E0-378D-469E-B4AD-9D594EF05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079CDF-3A7A-406D-8823-E56E35F7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107D2B-BB4F-4E80-B20C-B00FBF37E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29A074-0070-4886-8061-03B2850F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80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52D6C-7847-4E74-AE52-7661CECB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515514-5AE3-471F-94FB-F479E2D7E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DD5864-C507-4CB9-A59C-16A7228BF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289C73-9686-41DC-AF1E-12AE18548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E38441-BE05-477C-B581-580269B63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8B10801-119F-4604-82A8-553093B8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4A873C-AFDD-45B1-8567-53799EC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8C3283-67E8-4200-81F3-C7BD02CA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7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BE696-5AF2-4C4A-9E26-8A334F8B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D07D8F-D8E8-45E2-BB74-040CA525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3DCFCE-D883-4571-81E7-02DCE3B9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D20492-629E-401D-A009-46945BDD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039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03965D-3504-4174-9F43-C98806EE2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910426D-599F-4978-85FE-B4586220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D83AA-D9C3-4361-A156-7A126FCA2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4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5FD0F-D322-4D80-9E5D-07740CCB6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FA793-165F-4658-AD50-477407B1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4F0F3E-8D90-48FC-89BC-D9768211B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8FDB8-CE11-4846-810C-830CBDD0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B49366-78E0-4BEB-BD0F-18A946AF3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0A4BA1-86B2-43FB-84A5-F62F36E7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80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E1FBC-DF22-4A66-9EF2-6971F639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5EF0AC-03F5-41A2-83C5-0DA5AC240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8705F3-3F2E-4199-B7E8-690DC786F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16BED4-5116-40BA-8CEC-68871EC5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6779E8-C9E3-407D-8F49-11159205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522038-C0FB-4EEE-95A8-D0161E24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66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6EC58-5874-42DA-86CB-D87EAE714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1AC149-5E47-4E9F-8A84-208466FED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BD915-05CE-42E1-93E2-E37B9D65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B42B7-8E66-4A2A-AFF9-483F8A44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AD1CD-5A86-4F20-82A8-997190B1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89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A0B081-2192-4ABE-9079-C6B72A828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550FA2-2664-4147-A751-9C706ED74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8DDD29-B699-487A-BE2F-B3561C3A5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82583E-4D62-4D79-83BA-1BBDEFDF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7D5329-0CDC-4D9B-A794-72BF5388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76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7E4420-3936-4E77-9AE8-56BD9E1B8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825756-4C28-4E3E-881A-0EAF2862C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08587-A864-4EAC-817E-37C52678B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3C142-F406-422F-8673-3EDC581E9380}" type="datetimeFigureOut">
              <a:rPr lang="ko-KR" altLang="en-US" smtClean="0"/>
              <a:t>2021-09-13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710CEA-DBDB-4401-AD69-0797814FC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D90077-D12D-4B29-A10D-57526FCEA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A79B5-1217-4AD4-BFA8-954CBE012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6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8AC95A-1721-4799-A88C-8CFCB4FD8FCF}"/>
              </a:ext>
            </a:extLst>
          </p:cNvPr>
          <p:cNvSpPr/>
          <p:nvPr/>
        </p:nvSpPr>
        <p:spPr>
          <a:xfrm>
            <a:off x="0" y="88899"/>
            <a:ext cx="139700" cy="901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C196F41-4BC6-4EA3-B20D-DACD2E972834}"/>
              </a:ext>
            </a:extLst>
          </p:cNvPr>
          <p:cNvCxnSpPr>
            <a:cxnSpLocks/>
          </p:cNvCxnSpPr>
          <p:nvPr/>
        </p:nvCxnSpPr>
        <p:spPr>
          <a:xfrm>
            <a:off x="139700" y="6718300"/>
            <a:ext cx="989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1B7B81-F6B6-4422-9181-E12FCFD1760D}"/>
              </a:ext>
            </a:extLst>
          </p:cNvPr>
          <p:cNvSpPr/>
          <p:nvPr/>
        </p:nvSpPr>
        <p:spPr>
          <a:xfrm rot="5400000">
            <a:off x="380997" y="-381000"/>
            <a:ext cx="139700" cy="9016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ECBD8-2EF5-48AF-B0BB-713471950DBB}"/>
              </a:ext>
            </a:extLst>
          </p:cNvPr>
          <p:cNvSpPr txBox="1"/>
          <p:nvPr/>
        </p:nvSpPr>
        <p:spPr>
          <a:xfrm>
            <a:off x="901695" y="208377"/>
            <a:ext cx="2924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600" spc="-150" dirty="0">
                <a:solidFill>
                  <a:srgbClr val="554F4D"/>
                </a:solidFill>
              </a:rPr>
              <a:t>시스템 개요도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E6BC0-8003-40D2-B20E-5FEF4DF6E2AB}"/>
              </a:ext>
            </a:extLst>
          </p:cNvPr>
          <p:cNvSpPr txBox="1"/>
          <p:nvPr/>
        </p:nvSpPr>
        <p:spPr>
          <a:xfrm>
            <a:off x="196472" y="172731"/>
            <a:ext cx="5725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 dirty="0">
                <a:solidFill>
                  <a:srgbClr val="554F4D"/>
                </a:solidFill>
              </a:rPr>
              <a:t>Part 1,</a:t>
            </a:r>
            <a:endParaRPr lang="ko-KR" altLang="en-US" sz="1100" dirty="0">
              <a:solidFill>
                <a:srgbClr val="554F4D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5BBF49-5D8A-4C26-B11E-17CC2714A4BA}"/>
              </a:ext>
            </a:extLst>
          </p:cNvPr>
          <p:cNvSpPr txBox="1"/>
          <p:nvPr/>
        </p:nvSpPr>
        <p:spPr>
          <a:xfrm>
            <a:off x="500856" y="5264643"/>
            <a:ext cx="125867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WEB / MOBILE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776126-E9C2-48E9-9777-6E2611E65808}"/>
              </a:ext>
            </a:extLst>
          </p:cNvPr>
          <p:cNvSpPr txBox="1"/>
          <p:nvPr/>
        </p:nvSpPr>
        <p:spPr>
          <a:xfrm>
            <a:off x="2423544" y="5264643"/>
            <a:ext cx="241264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Smart office  Managing  server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35614-DDED-4559-AAA1-865E972EBA2C}"/>
              </a:ext>
            </a:extLst>
          </p:cNvPr>
          <p:cNvSpPr txBox="1"/>
          <p:nvPr/>
        </p:nvSpPr>
        <p:spPr>
          <a:xfrm>
            <a:off x="9379131" y="5264643"/>
            <a:ext cx="1996316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ESL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adapted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Smart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office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B288B3D-A565-41EC-8999-1CC99ECBA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2" y="3095598"/>
            <a:ext cx="727528" cy="8053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FFC8E0C-85F7-479B-8154-6D1CA29E49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31" t="12249" r="33706" b="23178"/>
          <a:stretch/>
        </p:blipFill>
        <p:spPr>
          <a:xfrm>
            <a:off x="830737" y="4076944"/>
            <a:ext cx="584537" cy="89046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CCE5918-2880-4E2A-B0C8-40794BEEDB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79" y="3584740"/>
            <a:ext cx="1360074" cy="1360074"/>
          </a:xfrm>
          <a:prstGeom prst="rect">
            <a:avLst/>
          </a:prstGeom>
        </p:spPr>
      </p:pic>
      <p:pic>
        <p:nvPicPr>
          <p:cNvPr id="26" name="그림 25" descr="텍스트, 클립아트, 벡터그래픽이(가) 표시된 사진&#10;&#10;자동 생성된 설명">
            <a:extLst>
              <a:ext uri="{FF2B5EF4-FFF2-40B4-BE49-F238E27FC236}">
                <a16:creationId xmlns:a16="http://schemas.microsoft.com/office/drawing/2014/main" id="{1EFCBCFD-C5CC-4922-8A87-6D3814FB7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241" y="2884976"/>
            <a:ext cx="2375511" cy="2375511"/>
          </a:xfrm>
          <a:prstGeom prst="rect">
            <a:avLst/>
          </a:prstGeom>
        </p:spPr>
      </p:pic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B78ADC8-3095-4AEA-99C2-87ABF880E291}"/>
              </a:ext>
            </a:extLst>
          </p:cNvPr>
          <p:cNvCxnSpPr>
            <a:cxnSpLocks/>
          </p:cNvCxnSpPr>
          <p:nvPr/>
        </p:nvCxnSpPr>
        <p:spPr>
          <a:xfrm>
            <a:off x="7841142" y="3845318"/>
            <a:ext cx="10281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A06A18C-1F30-41EC-AD7E-7C017EFFE47F}"/>
              </a:ext>
            </a:extLst>
          </p:cNvPr>
          <p:cNvCxnSpPr>
            <a:cxnSpLocks/>
          </p:cNvCxnSpPr>
          <p:nvPr/>
        </p:nvCxnSpPr>
        <p:spPr>
          <a:xfrm flipH="1">
            <a:off x="7856191" y="4749233"/>
            <a:ext cx="1052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4C19D58-9F03-4B87-9B28-73D7420DF3BA}"/>
              </a:ext>
            </a:extLst>
          </p:cNvPr>
          <p:cNvSpPr txBox="1"/>
          <p:nvPr/>
        </p:nvSpPr>
        <p:spPr>
          <a:xfrm>
            <a:off x="1514336" y="3267008"/>
            <a:ext cx="143658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202124"/>
                </a:solidFill>
                <a:latin typeface="Apple SD Gothic Neo"/>
              </a:rPr>
              <a:t>r</a:t>
            </a:r>
            <a:r>
              <a:rPr lang="en-US" altLang="ko-KR" sz="1400" b="0" i="0" dirty="0">
                <a:solidFill>
                  <a:srgbClr val="202124"/>
                </a:solidFill>
                <a:effectLst/>
                <a:latin typeface="Apple SD Gothic Neo"/>
              </a:rPr>
              <a:t>eq seat reservation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C37250-D898-454F-9616-847C5466BADA}"/>
              </a:ext>
            </a:extLst>
          </p:cNvPr>
          <p:cNvSpPr txBox="1"/>
          <p:nvPr/>
        </p:nvSpPr>
        <p:spPr>
          <a:xfrm>
            <a:off x="1537648" y="4737271"/>
            <a:ext cx="141527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202124"/>
                </a:solidFill>
                <a:latin typeface="Apple SD Gothic Neo"/>
              </a:rPr>
              <a:t>r</a:t>
            </a:r>
            <a:r>
              <a:rPr lang="en-US" altLang="ko-KR" sz="1400" b="0" i="0" dirty="0">
                <a:solidFill>
                  <a:srgbClr val="202124"/>
                </a:solidFill>
                <a:effectLst/>
                <a:latin typeface="Apple SD Gothic Neo"/>
              </a:rPr>
              <a:t>es seat reservation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F91929-79B8-4F05-B754-CC8FEB66D540}"/>
              </a:ext>
            </a:extLst>
          </p:cNvPr>
          <p:cNvSpPr txBox="1"/>
          <p:nvPr/>
        </p:nvSpPr>
        <p:spPr>
          <a:xfrm>
            <a:off x="7603292" y="3430851"/>
            <a:ext cx="150381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202124"/>
                </a:solidFill>
                <a:latin typeface="Apple SD Gothic Neo"/>
              </a:rPr>
              <a:t>Activate ESL tag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6AF7A9-5C64-4F94-896A-1DE7E9DE19BC}"/>
              </a:ext>
            </a:extLst>
          </p:cNvPr>
          <p:cNvSpPr txBox="1"/>
          <p:nvPr/>
        </p:nvSpPr>
        <p:spPr>
          <a:xfrm>
            <a:off x="7625593" y="5035297"/>
            <a:ext cx="148151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202124"/>
                </a:solidFill>
                <a:latin typeface="Apple SD Gothic Neo"/>
              </a:rPr>
              <a:t>r</a:t>
            </a:r>
            <a:r>
              <a:rPr lang="en-US" altLang="ko-KR" sz="1400" b="0" i="0" dirty="0">
                <a:solidFill>
                  <a:srgbClr val="202124"/>
                </a:solidFill>
                <a:effectLst/>
                <a:latin typeface="Apple SD Gothic Neo"/>
              </a:rPr>
              <a:t>es for Activation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A406999-0D5F-40F1-BD1C-2EE4728BCA56}"/>
              </a:ext>
            </a:extLst>
          </p:cNvPr>
          <p:cNvCxnSpPr>
            <a:cxnSpLocks/>
          </p:cNvCxnSpPr>
          <p:nvPr/>
        </p:nvCxnSpPr>
        <p:spPr>
          <a:xfrm>
            <a:off x="4572293" y="3845318"/>
            <a:ext cx="10281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497047B2-827A-41FB-A272-082271B7DDE6}"/>
              </a:ext>
            </a:extLst>
          </p:cNvPr>
          <p:cNvCxnSpPr>
            <a:cxnSpLocks/>
          </p:cNvCxnSpPr>
          <p:nvPr/>
        </p:nvCxnSpPr>
        <p:spPr>
          <a:xfrm flipH="1">
            <a:off x="4572293" y="4749233"/>
            <a:ext cx="1052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A7ED2884-9179-4474-827C-46BDB19E5CC7}"/>
              </a:ext>
            </a:extLst>
          </p:cNvPr>
          <p:cNvCxnSpPr>
            <a:cxnSpLocks/>
          </p:cNvCxnSpPr>
          <p:nvPr/>
        </p:nvCxnSpPr>
        <p:spPr>
          <a:xfrm>
            <a:off x="1718827" y="3845318"/>
            <a:ext cx="10281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0D0FFFD-E6D2-4A85-8CCA-8ECAA40A8D12}"/>
              </a:ext>
            </a:extLst>
          </p:cNvPr>
          <p:cNvCxnSpPr>
            <a:cxnSpLocks/>
          </p:cNvCxnSpPr>
          <p:nvPr/>
        </p:nvCxnSpPr>
        <p:spPr>
          <a:xfrm flipH="1">
            <a:off x="1718827" y="4749233"/>
            <a:ext cx="1052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그림 58">
            <a:extLst>
              <a:ext uri="{FF2B5EF4-FFF2-40B4-BE49-F238E27FC236}">
                <a16:creationId xmlns:a16="http://schemas.microsoft.com/office/drawing/2014/main" id="{9143F0FD-2691-4092-9910-0FC42FB046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637" y="3498288"/>
            <a:ext cx="1935948" cy="1542708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3DDFE3E6-C8A4-467E-B1F6-404798FEC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847" y="1451565"/>
            <a:ext cx="727528" cy="80538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B902862D-3461-476A-940B-E237F36306A9}"/>
              </a:ext>
            </a:extLst>
          </p:cNvPr>
          <p:cNvSpPr txBox="1"/>
          <p:nvPr/>
        </p:nvSpPr>
        <p:spPr>
          <a:xfrm>
            <a:off x="4947289" y="2623366"/>
            <a:ext cx="150381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rgbClr val="202124"/>
                </a:solidFill>
                <a:latin typeface="Apple SD Gothic Neo"/>
              </a:rPr>
              <a:t>Edit office seat template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2" name="화살표: 아래쪽 71">
            <a:extLst>
              <a:ext uri="{FF2B5EF4-FFF2-40B4-BE49-F238E27FC236}">
                <a16:creationId xmlns:a16="http://schemas.microsoft.com/office/drawing/2014/main" id="{CA6A866A-06AA-4F66-A1C2-FAAD757EAC42}"/>
              </a:ext>
            </a:extLst>
          </p:cNvPr>
          <p:cNvSpPr/>
          <p:nvPr/>
        </p:nvSpPr>
        <p:spPr>
          <a:xfrm>
            <a:off x="6382466" y="2417437"/>
            <a:ext cx="484351" cy="82623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CD8D66-AF2F-4DFD-A677-E25F18D00FE6}"/>
              </a:ext>
            </a:extLst>
          </p:cNvPr>
          <p:cNvSpPr txBox="1"/>
          <p:nvPr/>
        </p:nvSpPr>
        <p:spPr>
          <a:xfrm>
            <a:off x="6066142" y="5264643"/>
            <a:ext cx="107798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ESL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network</a:t>
            </a:r>
            <a:endParaRPr lang="ko-KR" altLang="en-US" sz="14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5437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8AC95A-1721-4799-A88C-8CFCB4FD8FCF}"/>
              </a:ext>
            </a:extLst>
          </p:cNvPr>
          <p:cNvSpPr/>
          <p:nvPr/>
        </p:nvSpPr>
        <p:spPr>
          <a:xfrm>
            <a:off x="0" y="88899"/>
            <a:ext cx="139700" cy="901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C196F41-4BC6-4EA3-B20D-DACD2E972834}"/>
              </a:ext>
            </a:extLst>
          </p:cNvPr>
          <p:cNvCxnSpPr>
            <a:cxnSpLocks/>
          </p:cNvCxnSpPr>
          <p:nvPr/>
        </p:nvCxnSpPr>
        <p:spPr>
          <a:xfrm>
            <a:off x="139700" y="6718300"/>
            <a:ext cx="9893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1B7B81-F6B6-4422-9181-E12FCFD1760D}"/>
              </a:ext>
            </a:extLst>
          </p:cNvPr>
          <p:cNvSpPr/>
          <p:nvPr/>
        </p:nvSpPr>
        <p:spPr>
          <a:xfrm rot="5400000">
            <a:off x="380997" y="-381000"/>
            <a:ext cx="139700" cy="9016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EECBD8-2EF5-48AF-B0BB-713471950DBB}"/>
              </a:ext>
            </a:extLst>
          </p:cNvPr>
          <p:cNvSpPr txBox="1"/>
          <p:nvPr/>
        </p:nvSpPr>
        <p:spPr>
          <a:xfrm>
            <a:off x="901695" y="208377"/>
            <a:ext cx="2924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3600" spc="-150" dirty="0">
                <a:solidFill>
                  <a:srgbClr val="554F4D"/>
                </a:solidFill>
              </a:rPr>
              <a:t>시스템 개요도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E6BC0-8003-40D2-B20E-5FEF4DF6E2AB}"/>
              </a:ext>
            </a:extLst>
          </p:cNvPr>
          <p:cNvSpPr txBox="1"/>
          <p:nvPr/>
        </p:nvSpPr>
        <p:spPr>
          <a:xfrm>
            <a:off x="196472" y="172731"/>
            <a:ext cx="5725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 dirty="0">
                <a:solidFill>
                  <a:srgbClr val="554F4D"/>
                </a:solidFill>
              </a:rPr>
              <a:t>Part 1,</a:t>
            </a:r>
            <a:endParaRPr lang="ko-KR" altLang="en-US" sz="1100" dirty="0">
              <a:solidFill>
                <a:srgbClr val="554F4D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5BBF49-5D8A-4C26-B11E-17CC2714A4BA}"/>
              </a:ext>
            </a:extLst>
          </p:cNvPr>
          <p:cNvSpPr txBox="1"/>
          <p:nvPr/>
        </p:nvSpPr>
        <p:spPr>
          <a:xfrm>
            <a:off x="1300294" y="1501389"/>
            <a:ext cx="1568314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Language</a:t>
            </a:r>
            <a:endParaRPr lang="ko-KR" altLang="en-US" sz="28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04440-6A86-4A91-89E4-CF2A376301CC}"/>
              </a:ext>
            </a:extLst>
          </p:cNvPr>
          <p:cNvSpPr txBox="1"/>
          <p:nvPr/>
        </p:nvSpPr>
        <p:spPr>
          <a:xfrm>
            <a:off x="1361272" y="3371005"/>
            <a:ext cx="1319592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rPr>
              <a:t>Module</a:t>
            </a:r>
            <a:endParaRPr lang="ko-KR" altLang="en-US" sz="2800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2" name="그림 11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163FE127-259D-4E4D-A9E5-4F6CD6F47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539" y="5161157"/>
            <a:ext cx="1540573" cy="97246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014D3D1-0CC3-4189-A6F7-3EB759C9C5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4" b="21225"/>
          <a:stretch/>
        </p:blipFill>
        <p:spPr>
          <a:xfrm>
            <a:off x="4422430" y="4113346"/>
            <a:ext cx="2847975" cy="97246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15B6326-BE4B-4C53-B534-CC06262D890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97" b="28536"/>
          <a:stretch/>
        </p:blipFill>
        <p:spPr>
          <a:xfrm>
            <a:off x="8083797" y="4188697"/>
            <a:ext cx="2106336" cy="97246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94FCE89-D029-4866-BAF6-00F6EE3867D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3" t="23966" r="20921" b="25247"/>
          <a:stretch/>
        </p:blipFill>
        <p:spPr>
          <a:xfrm>
            <a:off x="1727014" y="4273123"/>
            <a:ext cx="1882024" cy="81268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CD5C8D3-4B73-41FA-B722-2120B866DE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564" y="4917684"/>
            <a:ext cx="2530854" cy="160370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F1311E6-B05C-4736-AF06-952577B0BEB9}"/>
              </a:ext>
            </a:extLst>
          </p:cNvPr>
          <p:cNvSpPr txBox="1"/>
          <p:nvPr/>
        </p:nvSpPr>
        <p:spPr>
          <a:xfrm>
            <a:off x="1727014" y="2189527"/>
            <a:ext cx="2030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HTML</a:t>
            </a:r>
            <a:r>
              <a:rPr lang="ko-KR" altLang="en-US" dirty="0"/>
              <a:t> </a:t>
            </a:r>
            <a:r>
              <a:rPr lang="en-US" altLang="ko-KR" dirty="0"/>
              <a:t>CSS</a:t>
            </a:r>
            <a:r>
              <a:rPr lang="ko-KR" altLang="en-US" dirty="0"/>
              <a:t> </a:t>
            </a:r>
            <a:r>
              <a:rPr lang="en-US" altLang="ko-KR" dirty="0"/>
              <a:t>JS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Kotlin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SQL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86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와이드스크린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Apple SD Gothic Neo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박재형</dc:creator>
  <cp:lastModifiedBy>박재형</cp:lastModifiedBy>
  <cp:revision>1</cp:revision>
  <dcterms:created xsi:type="dcterms:W3CDTF">2021-09-13T05:35:49Z</dcterms:created>
  <dcterms:modified xsi:type="dcterms:W3CDTF">2021-09-13T05:36:34Z</dcterms:modified>
</cp:coreProperties>
</file>