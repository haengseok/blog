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7DE34-AB3C-42D3-9B8B-873E47467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BE9D62-7E59-40DE-8B8F-C3097E78E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049494-ED77-4059-8BDC-916154A0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1D86C-3320-480E-AE1D-47283CAB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487674-46FC-41D9-9EDC-C134B639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83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9309B-F1BF-4913-A404-F568DC65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A6A202-EE3E-48DC-85F1-9B12BA019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E889C6-2F19-42DA-A8CB-62EC262C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EA2AC0-7AAA-4E11-AA66-C4B80134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EE3232-40C5-4C53-A706-5B2310B35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048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50B6B-50F1-4640-9ED7-2B82B991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E3E63F-6546-4939-9580-DE7DCD312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82CBDF-536E-438B-91C8-DA95C024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48C502-4A6F-40BF-82A8-368CB41A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93B612-692D-420B-93D1-86EA9E78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4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AC3E1-37FA-44E7-BABB-F3EB6918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C2B6F-D243-4374-9BEB-C9DBA215B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764131-A690-47DE-BAA2-53235BD09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BABED2-E13E-4F8E-870E-BBCADB171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573A49-D458-423D-8057-A28EDA7B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AD74AD-2BBD-401B-BD9B-1903FBC7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66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33495-E56B-464D-8C7A-0D17B74A3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56CA03-6F56-4F2E-A3A0-928228EAA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8CFD66-2C76-4206-B1AF-5CDC86ADC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670507-2557-466F-86D4-558894AD2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B388FE7-6D5C-4281-A654-E85CEACDD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ABA1F3-24DB-4A54-81D7-E6959C16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580715-2A66-4CBB-B00E-BA370B731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6FB1E-714A-48C4-8EFB-E8F82DD2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87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F2DB6-8D44-45B1-A692-310CC2A6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061969-BDE2-4353-BA01-8F59975A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7A878F-D681-4812-AD91-77641A6AD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88C478-EFD1-4728-B5E6-C8D7FB17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90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AFD718-4DDC-4DD2-B252-C367F1A0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A19B86-7460-45D1-B247-1713CCD7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7B2AE-41C5-42A3-8829-E45B3627C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84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1809A-563F-4109-B452-2C4FA452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EC65B9-D32D-458E-89C3-022271F8D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721C9A-EAF2-4878-9197-97013A632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5EF742-D2E5-49A3-92C0-A6296124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011071-8ADE-4FAF-A0DE-A036CC78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146771-9226-4FF5-A27A-34793FC3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87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9C08B-8E6F-4600-8F3E-5E9E67BA8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6FF23F-3BC4-4D03-9C29-A1E4E2448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F19A19-3C72-487C-9CF5-286D067E4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8B9F05-518A-4EA8-A107-8186412F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238BAE-EA1C-411A-8766-79AD257F9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A07C67-7E6E-4866-AFF7-68F152F1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74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CBA9C-F4E0-4BE5-89F8-A1F3212B2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CB1E42-9980-4A2D-A8B5-9F5C23084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E730AD-EAD0-445E-85BA-89A8B73D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F3F739-E37C-43AB-8EE5-E7CDD7851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D43047-BADF-4D84-BC56-5BBB71E6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95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68D916-9B94-465D-8D85-58AEBD33F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FB1582-024D-48E8-81C8-853F9E497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72DEEB-B663-4E85-9EDA-AC79148D3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03F904-E14A-4E69-9CD6-C89636AEF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6073D6-EBD7-467D-BB4E-AB86AC72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165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68A45F-881E-4395-A1D3-EDD7333D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897941-A929-4C16-B3CC-DA44A358D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4EF5ED-D174-4B3B-896D-7464F9CC0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D1705-0BCA-465E-8F58-734DF34274D1}" type="datetimeFigureOut">
              <a:rPr lang="ko-KR" altLang="en-US" smtClean="0"/>
              <a:t>2021-09-28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FEF563-B35A-4421-B1A3-A3B65E61C5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75E853-5F25-49F1-A463-A4CB5DF86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9A585-74B6-43D4-93D9-52FCBA6646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73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9361E-2601-40A4-A850-EB656CE8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39" y="115743"/>
            <a:ext cx="10515600" cy="1325563"/>
          </a:xfrm>
        </p:spPr>
        <p:txBody>
          <a:bodyPr/>
          <a:lstStyle/>
          <a:p>
            <a:r>
              <a:rPr lang="en-US" altLang="ko-KR" dirty="0" err="1"/>
              <a:t>LoginAdmin</a:t>
            </a:r>
            <a:endParaRPr lang="ko-KR" altLang="en-US" dirty="0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88ACB400-46E6-4FFB-B872-07651E652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964692"/>
              </p:ext>
            </p:extLst>
          </p:nvPr>
        </p:nvGraphicFramePr>
        <p:xfrm>
          <a:off x="434439" y="1441306"/>
          <a:ext cx="9225809" cy="1097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45163">
                  <a:extLst>
                    <a:ext uri="{9D8B030D-6E8A-4147-A177-3AD203B41FA5}">
                      <a16:colId xmlns:a16="http://schemas.microsoft.com/office/drawing/2014/main" val="3066014448"/>
                    </a:ext>
                  </a:extLst>
                </a:gridCol>
                <a:gridCol w="1845163">
                  <a:extLst>
                    <a:ext uri="{9D8B030D-6E8A-4147-A177-3AD203B41FA5}">
                      <a16:colId xmlns:a16="http://schemas.microsoft.com/office/drawing/2014/main" val="3223292168"/>
                    </a:ext>
                  </a:extLst>
                </a:gridCol>
                <a:gridCol w="1845163">
                  <a:extLst>
                    <a:ext uri="{9D8B030D-6E8A-4147-A177-3AD203B41FA5}">
                      <a16:colId xmlns:a16="http://schemas.microsoft.com/office/drawing/2014/main" val="490841862"/>
                    </a:ext>
                  </a:extLst>
                </a:gridCol>
                <a:gridCol w="1224765">
                  <a:extLst>
                    <a:ext uri="{9D8B030D-6E8A-4147-A177-3AD203B41FA5}">
                      <a16:colId xmlns:a16="http://schemas.microsoft.com/office/drawing/2014/main" val="1237764418"/>
                    </a:ext>
                  </a:extLst>
                </a:gridCol>
                <a:gridCol w="2465555">
                  <a:extLst>
                    <a:ext uri="{9D8B030D-6E8A-4147-A177-3AD203B41FA5}">
                      <a16:colId xmlns:a16="http://schemas.microsoft.com/office/drawing/2014/main" val="3779412978"/>
                    </a:ext>
                  </a:extLst>
                </a:gridCol>
              </a:tblGrid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속성명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자료형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널 허용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108478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adminID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아이디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416158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adminPassword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비밀번호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980949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D531B05B-2D9F-44AD-88EA-E6B647259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542345"/>
              </p:ext>
            </p:extLst>
          </p:nvPr>
        </p:nvGraphicFramePr>
        <p:xfrm>
          <a:off x="434439" y="3165983"/>
          <a:ext cx="962957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07393">
                  <a:extLst>
                    <a:ext uri="{9D8B030D-6E8A-4147-A177-3AD203B41FA5}">
                      <a16:colId xmlns:a16="http://schemas.microsoft.com/office/drawing/2014/main" val="4545707"/>
                    </a:ext>
                  </a:extLst>
                </a:gridCol>
                <a:gridCol w="2407393">
                  <a:extLst>
                    <a:ext uri="{9D8B030D-6E8A-4147-A177-3AD203B41FA5}">
                      <a16:colId xmlns:a16="http://schemas.microsoft.com/office/drawing/2014/main" val="2558399593"/>
                    </a:ext>
                  </a:extLst>
                </a:gridCol>
                <a:gridCol w="2142838">
                  <a:extLst>
                    <a:ext uri="{9D8B030D-6E8A-4147-A177-3AD203B41FA5}">
                      <a16:colId xmlns:a16="http://schemas.microsoft.com/office/drawing/2014/main" val="3864441058"/>
                    </a:ext>
                  </a:extLst>
                </a:gridCol>
                <a:gridCol w="2671948">
                  <a:extLst>
                    <a:ext uri="{9D8B030D-6E8A-4147-A177-3AD203B41FA5}">
                      <a16:colId xmlns:a16="http://schemas.microsoft.com/office/drawing/2014/main" val="3049565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오퍼레이션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전달 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반환값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71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signlnAdmin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 유무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로그인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025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8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F9610817-B46B-40E9-B3EB-8B55429F1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42426"/>
              </p:ext>
            </p:extLst>
          </p:nvPr>
        </p:nvGraphicFramePr>
        <p:xfrm>
          <a:off x="416954" y="1629803"/>
          <a:ext cx="9392064" cy="3657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78413">
                  <a:extLst>
                    <a:ext uri="{9D8B030D-6E8A-4147-A177-3AD203B41FA5}">
                      <a16:colId xmlns:a16="http://schemas.microsoft.com/office/drawing/2014/main" val="3066014448"/>
                    </a:ext>
                  </a:extLst>
                </a:gridCol>
                <a:gridCol w="1878413">
                  <a:extLst>
                    <a:ext uri="{9D8B030D-6E8A-4147-A177-3AD203B41FA5}">
                      <a16:colId xmlns:a16="http://schemas.microsoft.com/office/drawing/2014/main" val="3223292168"/>
                    </a:ext>
                  </a:extLst>
                </a:gridCol>
                <a:gridCol w="1878413">
                  <a:extLst>
                    <a:ext uri="{9D8B030D-6E8A-4147-A177-3AD203B41FA5}">
                      <a16:colId xmlns:a16="http://schemas.microsoft.com/office/drawing/2014/main" val="490841862"/>
                    </a:ext>
                  </a:extLst>
                </a:gridCol>
                <a:gridCol w="1246836">
                  <a:extLst>
                    <a:ext uri="{9D8B030D-6E8A-4147-A177-3AD203B41FA5}">
                      <a16:colId xmlns:a16="http://schemas.microsoft.com/office/drawing/2014/main" val="1237764418"/>
                    </a:ext>
                  </a:extLst>
                </a:gridCol>
                <a:gridCol w="2509989">
                  <a:extLst>
                    <a:ext uri="{9D8B030D-6E8A-4147-A177-3AD203B41FA5}">
                      <a16:colId xmlns:a16="http://schemas.microsoft.com/office/drawing/2014/main" val="3779412978"/>
                    </a:ext>
                  </a:extLst>
                </a:gridCol>
              </a:tblGrid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속성명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자료형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널 허용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108478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Companyid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 고유 식별 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028814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CompamyName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894620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Manager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담당자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319522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Email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아이디 대용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562026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비밀번호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760270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Gender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Boolean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성별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926479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birthday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생년월일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833615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companyNum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502278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managerNum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7039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6D21DAF-F305-4997-A00C-EDE59EAD32FE}"/>
              </a:ext>
            </a:extLst>
          </p:cNvPr>
          <p:cNvSpPr txBox="1"/>
          <p:nvPr/>
        </p:nvSpPr>
        <p:spPr>
          <a:xfrm>
            <a:off x="416954" y="510639"/>
            <a:ext cx="5679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ManageUserAccount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62038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8BBBD2-B257-4B44-B345-560C169B2DC7}"/>
              </a:ext>
            </a:extLst>
          </p:cNvPr>
          <p:cNvSpPr txBox="1"/>
          <p:nvPr/>
        </p:nvSpPr>
        <p:spPr>
          <a:xfrm>
            <a:off x="357577" y="356260"/>
            <a:ext cx="4191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ManageUserAccount</a:t>
            </a:r>
            <a:endParaRPr lang="ko-KR" altLang="en-US" sz="3200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D98355A8-8126-4EF8-8D50-F963A0B6C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636545"/>
              </p:ext>
            </p:extLst>
          </p:nvPr>
        </p:nvGraphicFramePr>
        <p:xfrm>
          <a:off x="357576" y="1408435"/>
          <a:ext cx="9629572" cy="2595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07393">
                  <a:extLst>
                    <a:ext uri="{9D8B030D-6E8A-4147-A177-3AD203B41FA5}">
                      <a16:colId xmlns:a16="http://schemas.microsoft.com/office/drawing/2014/main" val="4545707"/>
                    </a:ext>
                  </a:extLst>
                </a:gridCol>
                <a:gridCol w="2407393">
                  <a:extLst>
                    <a:ext uri="{9D8B030D-6E8A-4147-A177-3AD203B41FA5}">
                      <a16:colId xmlns:a16="http://schemas.microsoft.com/office/drawing/2014/main" val="2558399593"/>
                    </a:ext>
                  </a:extLst>
                </a:gridCol>
                <a:gridCol w="2142838">
                  <a:extLst>
                    <a:ext uri="{9D8B030D-6E8A-4147-A177-3AD203B41FA5}">
                      <a16:colId xmlns:a16="http://schemas.microsoft.com/office/drawing/2014/main" val="3864441058"/>
                    </a:ext>
                  </a:extLst>
                </a:gridCol>
                <a:gridCol w="2671948">
                  <a:extLst>
                    <a:ext uri="{9D8B030D-6E8A-4147-A177-3AD203B41FA5}">
                      <a16:colId xmlns:a16="http://schemas.microsoft.com/office/drawing/2014/main" val="3049565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오퍼레이션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전달 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반환값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71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addUser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계정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생성 성공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계정을 생성한다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02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deleteUser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계정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 성공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계정을 삭제한다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71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updateUser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계정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 성공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계정을 수정한다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963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showUser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검색 성공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정보를 검색한다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616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activateUser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계정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권한 수정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권한을 설정한다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315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getCompanyName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880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86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BBFE28-A773-4A51-A7B3-6E8B02947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dirty="0" err="1"/>
              <a:t>Boothlnfo</a:t>
            </a:r>
            <a:endParaRPr lang="ko-KR" altLang="en-US" dirty="0"/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A9038089-2A68-400C-961C-C78D6E309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492196"/>
              </p:ext>
            </p:extLst>
          </p:nvPr>
        </p:nvGraphicFramePr>
        <p:xfrm>
          <a:off x="131946" y="1083539"/>
          <a:ext cx="10383655" cy="3657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76731">
                  <a:extLst>
                    <a:ext uri="{9D8B030D-6E8A-4147-A177-3AD203B41FA5}">
                      <a16:colId xmlns:a16="http://schemas.microsoft.com/office/drawing/2014/main" val="3066014448"/>
                    </a:ext>
                  </a:extLst>
                </a:gridCol>
                <a:gridCol w="2076731">
                  <a:extLst>
                    <a:ext uri="{9D8B030D-6E8A-4147-A177-3AD203B41FA5}">
                      <a16:colId xmlns:a16="http://schemas.microsoft.com/office/drawing/2014/main" val="3223292168"/>
                    </a:ext>
                  </a:extLst>
                </a:gridCol>
                <a:gridCol w="2076731">
                  <a:extLst>
                    <a:ext uri="{9D8B030D-6E8A-4147-A177-3AD203B41FA5}">
                      <a16:colId xmlns:a16="http://schemas.microsoft.com/office/drawing/2014/main" val="490841862"/>
                    </a:ext>
                  </a:extLst>
                </a:gridCol>
                <a:gridCol w="1378474">
                  <a:extLst>
                    <a:ext uri="{9D8B030D-6E8A-4147-A177-3AD203B41FA5}">
                      <a16:colId xmlns:a16="http://schemas.microsoft.com/office/drawing/2014/main" val="1237764418"/>
                    </a:ext>
                  </a:extLst>
                </a:gridCol>
                <a:gridCol w="2774988">
                  <a:extLst>
                    <a:ext uri="{9D8B030D-6E8A-4147-A177-3AD203B41FA5}">
                      <a16:colId xmlns:a16="http://schemas.microsoft.com/office/drawing/2014/main" val="3779412978"/>
                    </a:ext>
                  </a:extLst>
                </a:gridCol>
              </a:tblGrid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속성명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자료형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널 허용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108478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boothId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부스 아이디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028814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companyName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부스담당 회사이름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894620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Price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부스 가격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319522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부스 타입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562026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Service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부스 구성환경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760270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numOfRentMaxEsl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최대 </a:t>
                      </a:r>
                      <a:r>
                        <a:rPr lang="en-US" altLang="ko-KR" dirty="0"/>
                        <a:t>ESL </a:t>
                      </a:r>
                      <a:r>
                        <a:rPr lang="ko-KR" altLang="en-US" dirty="0"/>
                        <a:t>기기 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926479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Witdth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가로길이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833615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Height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세로길이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502278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EslInfo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</a:t>
                      </a:r>
                      <a:r>
                        <a:rPr lang="ko-KR" altLang="en-US" dirty="0"/>
                        <a:t>에 표시될 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70391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E7E277C-55DC-4AA5-8486-F722FACE0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54348"/>
              </p:ext>
            </p:extLst>
          </p:nvPr>
        </p:nvGraphicFramePr>
        <p:xfrm>
          <a:off x="131947" y="5256041"/>
          <a:ext cx="10383655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95914">
                  <a:extLst>
                    <a:ext uri="{9D8B030D-6E8A-4147-A177-3AD203B41FA5}">
                      <a16:colId xmlns:a16="http://schemas.microsoft.com/office/drawing/2014/main" val="4545707"/>
                    </a:ext>
                  </a:extLst>
                </a:gridCol>
                <a:gridCol w="1903516">
                  <a:extLst>
                    <a:ext uri="{9D8B030D-6E8A-4147-A177-3AD203B41FA5}">
                      <a16:colId xmlns:a16="http://schemas.microsoft.com/office/drawing/2014/main" val="2558399593"/>
                    </a:ext>
                  </a:extLst>
                </a:gridCol>
                <a:gridCol w="2280062">
                  <a:extLst>
                    <a:ext uri="{9D8B030D-6E8A-4147-A177-3AD203B41FA5}">
                      <a16:colId xmlns:a16="http://schemas.microsoft.com/office/drawing/2014/main" val="3864441058"/>
                    </a:ext>
                  </a:extLst>
                </a:gridCol>
                <a:gridCol w="3604163">
                  <a:extLst>
                    <a:ext uri="{9D8B030D-6E8A-4147-A177-3AD203B41FA5}">
                      <a16:colId xmlns:a16="http://schemas.microsoft.com/office/drawing/2014/main" val="3049565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오퍼레이션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전달 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반환값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71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showBoothInfo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부스</a:t>
                      </a:r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부스정보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부스에 대한 정보를 조회한다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025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91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5B55A-4ACC-464C-B37F-185B866D5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ko-KR" dirty="0" err="1"/>
              <a:t>ManageESL</a:t>
            </a:r>
            <a:endParaRPr lang="ko-KR" altLang="en-US" dirty="0"/>
          </a:p>
        </p:txBody>
      </p:sp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7211737B-E1FA-4DC3-A375-B0CD2A86D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461154"/>
              </p:ext>
            </p:extLst>
          </p:nvPr>
        </p:nvGraphicFramePr>
        <p:xfrm>
          <a:off x="131946" y="1083539"/>
          <a:ext cx="10383655" cy="2926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76731">
                  <a:extLst>
                    <a:ext uri="{9D8B030D-6E8A-4147-A177-3AD203B41FA5}">
                      <a16:colId xmlns:a16="http://schemas.microsoft.com/office/drawing/2014/main" val="3066014448"/>
                    </a:ext>
                  </a:extLst>
                </a:gridCol>
                <a:gridCol w="2076731">
                  <a:extLst>
                    <a:ext uri="{9D8B030D-6E8A-4147-A177-3AD203B41FA5}">
                      <a16:colId xmlns:a16="http://schemas.microsoft.com/office/drawing/2014/main" val="3223292168"/>
                    </a:ext>
                  </a:extLst>
                </a:gridCol>
                <a:gridCol w="2076731">
                  <a:extLst>
                    <a:ext uri="{9D8B030D-6E8A-4147-A177-3AD203B41FA5}">
                      <a16:colId xmlns:a16="http://schemas.microsoft.com/office/drawing/2014/main" val="490841862"/>
                    </a:ext>
                  </a:extLst>
                </a:gridCol>
                <a:gridCol w="1378474">
                  <a:extLst>
                    <a:ext uri="{9D8B030D-6E8A-4147-A177-3AD203B41FA5}">
                      <a16:colId xmlns:a16="http://schemas.microsoft.com/office/drawing/2014/main" val="1237764418"/>
                    </a:ext>
                  </a:extLst>
                </a:gridCol>
                <a:gridCol w="2774988">
                  <a:extLst>
                    <a:ext uri="{9D8B030D-6E8A-4147-A177-3AD203B41FA5}">
                      <a16:colId xmlns:a16="http://schemas.microsoft.com/office/drawing/2014/main" val="3779412978"/>
                    </a:ext>
                  </a:extLst>
                </a:gridCol>
              </a:tblGrid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속성명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자료형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널 허용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108478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</a:t>
                      </a:r>
                      <a:r>
                        <a:rPr lang="ko-KR" altLang="en-US" dirty="0"/>
                        <a:t>아이디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028814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</a:t>
                      </a:r>
                      <a:r>
                        <a:rPr lang="ko-KR" altLang="en-US" dirty="0"/>
                        <a:t>상태정보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894620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CompanyId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</a:t>
                      </a:r>
                      <a:r>
                        <a:rPr lang="ko-KR" altLang="en-US" dirty="0"/>
                        <a:t>대여한 회사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아이디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319522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filename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</a:t>
                      </a:r>
                      <a:r>
                        <a:rPr lang="ko-KR" altLang="en-US" dirty="0"/>
                        <a:t>표현될  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562026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Width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</a:t>
                      </a:r>
                      <a:r>
                        <a:rPr lang="ko-KR" altLang="en-US" dirty="0"/>
                        <a:t>가로길이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760270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Height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</a:t>
                      </a:r>
                      <a:r>
                        <a:rPr lang="ko-KR" altLang="en-US" dirty="0"/>
                        <a:t>세로길이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926479"/>
                  </a:ext>
                </a:extLst>
              </a:tr>
              <a:tr h="2312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batteryState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N/A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</a:t>
                      </a:r>
                      <a:r>
                        <a:rPr lang="ko-KR" altLang="en-US" dirty="0"/>
                        <a:t>배터리상태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83361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CD653B5-2095-47B4-A485-19693B4FF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100561"/>
              </p:ext>
            </p:extLst>
          </p:nvPr>
        </p:nvGraphicFramePr>
        <p:xfrm>
          <a:off x="131946" y="4567272"/>
          <a:ext cx="10383655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95914">
                  <a:extLst>
                    <a:ext uri="{9D8B030D-6E8A-4147-A177-3AD203B41FA5}">
                      <a16:colId xmlns:a16="http://schemas.microsoft.com/office/drawing/2014/main" val="4545707"/>
                    </a:ext>
                  </a:extLst>
                </a:gridCol>
                <a:gridCol w="1618509">
                  <a:extLst>
                    <a:ext uri="{9D8B030D-6E8A-4147-A177-3AD203B41FA5}">
                      <a16:colId xmlns:a16="http://schemas.microsoft.com/office/drawing/2014/main" val="2558399593"/>
                    </a:ext>
                  </a:extLst>
                </a:gridCol>
                <a:gridCol w="2208810">
                  <a:extLst>
                    <a:ext uri="{9D8B030D-6E8A-4147-A177-3AD203B41FA5}">
                      <a16:colId xmlns:a16="http://schemas.microsoft.com/office/drawing/2014/main" val="3864441058"/>
                    </a:ext>
                  </a:extLst>
                </a:gridCol>
                <a:gridCol w="3960422">
                  <a:extLst>
                    <a:ext uri="{9D8B030D-6E8A-4147-A177-3AD203B41FA5}">
                      <a16:colId xmlns:a16="http://schemas.microsoft.com/office/drawing/2014/main" val="3049565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오퍼레이션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전달 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반환값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71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ShowEslInfo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</a:t>
                      </a:r>
                      <a:r>
                        <a:rPr lang="ko-KR" altLang="en-US" dirty="0"/>
                        <a:t>정보 조회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</a:t>
                      </a:r>
                      <a:r>
                        <a:rPr lang="ko-KR" altLang="en-US" dirty="0"/>
                        <a:t>에 대한 정보를 조회한다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02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changeEslState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 성공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</a:t>
                      </a:r>
                      <a:r>
                        <a:rPr lang="ko-KR" altLang="en-US" dirty="0"/>
                        <a:t> 상태 정보를 수정한다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62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uploadEslUI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업로드 성공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UI</a:t>
                      </a:r>
                      <a:r>
                        <a:rPr lang="ko-KR" altLang="en-US" dirty="0"/>
                        <a:t>에 표현될 정보를 업로드한다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342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9456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357D818-8484-424D-8DB4-8D6060793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33631"/>
              </p:ext>
            </p:extLst>
          </p:nvPr>
        </p:nvGraphicFramePr>
        <p:xfrm>
          <a:off x="320634" y="1686296"/>
          <a:ext cx="11400311" cy="2945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87821">
                  <a:extLst>
                    <a:ext uri="{9D8B030D-6E8A-4147-A177-3AD203B41FA5}">
                      <a16:colId xmlns:a16="http://schemas.microsoft.com/office/drawing/2014/main" val="1626300919"/>
                    </a:ext>
                  </a:extLst>
                </a:gridCol>
                <a:gridCol w="1604126">
                  <a:extLst>
                    <a:ext uri="{9D8B030D-6E8A-4147-A177-3AD203B41FA5}">
                      <a16:colId xmlns:a16="http://schemas.microsoft.com/office/drawing/2014/main" val="4023899581"/>
                    </a:ext>
                  </a:extLst>
                </a:gridCol>
                <a:gridCol w="2408853">
                  <a:extLst>
                    <a:ext uri="{9D8B030D-6E8A-4147-A177-3AD203B41FA5}">
                      <a16:colId xmlns:a16="http://schemas.microsoft.com/office/drawing/2014/main" val="1554309604"/>
                    </a:ext>
                  </a:extLst>
                </a:gridCol>
                <a:gridCol w="4999511">
                  <a:extLst>
                    <a:ext uri="{9D8B030D-6E8A-4147-A177-3AD203B41FA5}">
                      <a16:colId xmlns:a16="http://schemas.microsoft.com/office/drawing/2014/main" val="59321169"/>
                    </a:ext>
                  </a:extLst>
                </a:gridCol>
              </a:tblGrid>
              <a:tr h="4018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관계 클래스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745495"/>
                  </a:ext>
                </a:extLst>
              </a:tr>
              <a:tr h="407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LoginAdmin</a:t>
                      </a:r>
                      <a:endParaRPr lang="en-US" altLang="ko-KR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연관 클래스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ManageUserAccount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인증을 위한 로직을 처리한다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69454"/>
                  </a:ext>
                </a:extLst>
              </a:tr>
              <a:tr h="407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LoginAdmin</a:t>
                      </a:r>
                      <a:endParaRPr lang="en-US" altLang="ko-K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ManageESL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인증을 위한 로직을 처리한다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591187"/>
                  </a:ext>
                </a:extLst>
              </a:tr>
              <a:tr h="407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LoginAdmin</a:t>
                      </a:r>
                      <a:endParaRPr lang="en-US" altLang="ko-K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BoothInfo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인증을 위한 로직을 처리한다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332541"/>
                  </a:ext>
                </a:extLst>
              </a:tr>
              <a:tr h="4079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ManageUserAccount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연관 클래스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ManageESL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사용자와 </a:t>
                      </a:r>
                      <a:r>
                        <a:rPr lang="en-US" altLang="ko-KR" dirty="0"/>
                        <a:t>ESL </a:t>
                      </a:r>
                      <a:r>
                        <a:rPr lang="ko-KR" altLang="en-US" dirty="0"/>
                        <a:t>의 정보를 교환한다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613561"/>
                  </a:ext>
                </a:extLst>
              </a:tr>
              <a:tr h="5036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ManageUserAccount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BoothInfo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사용자와 부스 정보를 교환한다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229786"/>
                  </a:ext>
                </a:extLst>
              </a:tr>
              <a:tr h="4079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ShowBoothInfo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ShowEslInfo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ESL </a:t>
                      </a:r>
                      <a:r>
                        <a:rPr lang="ko-KR" altLang="en-US" dirty="0"/>
                        <a:t>에 정보를 호출한다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88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451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454</Words>
  <Application>Microsoft Office PowerPoint</Application>
  <PresentationFormat>와이드스크린</PresentationFormat>
  <Paragraphs>244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Helvetica</vt:lpstr>
      <vt:lpstr>Office 테마</vt:lpstr>
      <vt:lpstr>LoginAdmin</vt:lpstr>
      <vt:lpstr>PowerPoint 프레젠테이션</vt:lpstr>
      <vt:lpstr>PowerPoint 프레젠테이션</vt:lpstr>
      <vt:lpstr>Boothlnfo</vt:lpstr>
      <vt:lpstr>ManageESL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LoginAdmin</dc:title>
  <dc:creator>jung haengseok</dc:creator>
  <cp:lastModifiedBy>jung haengseok</cp:lastModifiedBy>
  <cp:revision>2</cp:revision>
  <dcterms:created xsi:type="dcterms:W3CDTF">2021-09-28T08:14:14Z</dcterms:created>
  <dcterms:modified xsi:type="dcterms:W3CDTF">2021-09-28T09:23:25Z</dcterms:modified>
</cp:coreProperties>
</file>