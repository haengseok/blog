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2" r:id="rId3"/>
    <p:sldId id="327" r:id="rId4"/>
    <p:sldId id="329" r:id="rId5"/>
    <p:sldId id="293" r:id="rId6"/>
    <p:sldId id="311" r:id="rId7"/>
    <p:sldId id="343" r:id="rId8"/>
    <p:sldId id="334" r:id="rId9"/>
    <p:sldId id="331" r:id="rId10"/>
    <p:sldId id="299" r:id="rId11"/>
    <p:sldId id="297" r:id="rId12"/>
    <p:sldId id="304" r:id="rId13"/>
    <p:sldId id="330" r:id="rId14"/>
    <p:sldId id="300" r:id="rId15"/>
    <p:sldId id="301" r:id="rId16"/>
    <p:sldId id="302" r:id="rId17"/>
    <p:sldId id="303" r:id="rId18"/>
    <p:sldId id="332" r:id="rId19"/>
    <p:sldId id="309" r:id="rId20"/>
    <p:sldId id="308" r:id="rId21"/>
    <p:sldId id="305" r:id="rId22"/>
    <p:sldId id="333" r:id="rId23"/>
    <p:sldId id="307" r:id="rId24"/>
    <p:sldId id="306" r:id="rId25"/>
    <p:sldId id="321" r:id="rId26"/>
    <p:sldId id="312" r:id="rId27"/>
    <p:sldId id="313" r:id="rId28"/>
    <p:sldId id="335" r:id="rId29"/>
    <p:sldId id="336" r:id="rId30"/>
    <p:sldId id="337" r:id="rId31"/>
    <p:sldId id="338" r:id="rId32"/>
    <p:sldId id="314" r:id="rId33"/>
    <p:sldId id="316" r:id="rId34"/>
    <p:sldId id="344" r:id="rId35"/>
    <p:sldId id="315" r:id="rId36"/>
    <p:sldId id="339" r:id="rId37"/>
    <p:sldId id="340" r:id="rId38"/>
    <p:sldId id="341" r:id="rId39"/>
    <p:sldId id="342" r:id="rId40"/>
    <p:sldId id="322" r:id="rId41"/>
    <p:sldId id="318" r:id="rId42"/>
    <p:sldId id="298" r:id="rId43"/>
    <p:sldId id="294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1B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214" autoAdjust="0"/>
  </p:normalViewPr>
  <p:slideViewPr>
    <p:cSldViewPr snapToGrid="0">
      <p:cViewPr>
        <p:scale>
          <a:sx n="106" d="100"/>
          <a:sy n="106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75405-259A-4751-B0E2-CD0F18ABB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35B538-8588-4668-9B8E-9F3349C69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C6F4B7-F85B-49F0-85F1-030DB25B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778CC7-D390-4B41-B5DE-E338E26B6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8050A5-C15E-4436-B0BA-EA30826F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41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988AC-D9DC-4547-824A-E5050684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2FFDED-6846-402E-ABEC-B1E91151C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2D0D92-192C-4DB5-8897-A1CAAA01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F0B685-0F36-4C5B-83A5-8D26EE2E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72794-1EAF-4865-BE2A-EE5F5DFA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291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A2ECB-1C2A-42A9-A763-3435B4B7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12D91C-BD28-43C6-8E51-AFBD9EC16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AA954-4256-46B7-9C09-2FF77366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0DE47-B5A2-48A2-A28F-E2FC6BE3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EB74C0-295E-434B-AF2E-6AA0B2D5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17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CFBAC-FF2B-4450-82F4-596DA0E4F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8F8417-2883-45C6-94E2-06947D6FA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1A5787-8FB0-43E7-AEA6-13F156E00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6A3296-CC70-49BF-8E39-74A2D903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8E2137-1A6A-4DED-BF72-0BB489C7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9B7711-683C-424E-B30D-EC110398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93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7538F-740C-44BC-8A70-60108CFC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911CC2-BC49-4608-97C5-AC0EF2CCA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247D03-6464-4B1E-9545-A0D62578A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F3D156-EA34-4A02-A414-C5BD851D7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8B761A-C346-4270-8D64-5F754C45AB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7A5C00-D537-4AFF-8D72-0915B450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B01C02-5387-42AE-8757-85A4ABAE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752FC5-29BA-4AA7-8523-E9A41ED3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757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901D6-674D-49A1-9C86-462CE033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A5F5D1-C8A9-42E4-9C4D-B7DBE654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267414-199F-4D6D-9A9C-B2E9ECAC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46CF1D-A97D-4BA8-B4FF-575D2429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763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13FBFC-624D-4A95-BE41-1A1A15BD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7E49E3-3208-4295-98C4-23ECBFE9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88D5A2-A865-442B-9A29-F26E91E0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06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81CC0-5139-4F5A-9E2F-A2EFF8E1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18737-F44D-42FF-B695-EE03A96C4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71A21D-06A3-4FFF-A4C4-CA9771B83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E6DA2D-5A89-4803-BB5E-B7036625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E07257-1355-4246-A387-3011DC0E9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DEF08C-3506-4CCB-BB29-1398BC60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281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8AE6A-67F1-40F9-9014-C61821E2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5284DE-318C-4144-9363-AF8CB1A663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8EB199-433E-4A58-9852-949B0656D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F55737-470E-49C9-B5DB-0F33BFC8C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309F2C-8730-4827-B59A-B0731091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5EF429-8DB9-455B-BD1B-8CBF14A0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89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68D16-CE11-40D0-95B2-053915E2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BD6334-8692-4AF8-98A5-C4A283274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5C8F04-07ED-4721-9627-F4596CA3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B9AFC-5765-47B8-9FCC-1D4E9DFF0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BB16BC-DFFC-4D9F-BA97-505591E4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43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0C8A35E-591D-40E0-8D3F-7E265FDC4F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608A33-DB70-4090-A0DB-08E38020E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C99343-B909-4A5F-B66B-2575DB65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FCC81F-F843-4AF1-A45C-16125DB9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2E82AB-701B-4F16-8185-7CD2413B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04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EBC726-70F9-4259-B8E3-BCFDCD74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E99D48-229A-42C6-88E3-1B3AEA8E3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101F66-022D-4EB3-BD5B-5FD958690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39D63-C4DB-4850-9B70-28E43F43EEC6}" type="datetimeFigureOut">
              <a:rPr lang="ko-KR" altLang="en-US" smtClean="0"/>
              <a:t>2021-09-29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0EF5D2-7C77-4376-8506-93F08CE5A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798CE3-FB1A-41F6-BD95-DFF82BC19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37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12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90F33C32-E648-4799-B31D-94A9D0B7329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53AEF22-616E-413E-AAEB-6E84A1E767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C5470B9D-B3F5-4872-ACDA-2DF03B714BA0}"/>
                </a:ext>
              </a:extLst>
            </p:cNvPr>
            <p:cNvSpPr/>
            <p:nvPr/>
          </p:nvSpPr>
          <p:spPr>
            <a:xfrm>
              <a:off x="1243658" y="674738"/>
              <a:ext cx="971079" cy="971079"/>
            </a:xfrm>
            <a:custGeom>
              <a:avLst/>
              <a:gdLst>
                <a:gd name="connsiteX0" fmla="*/ 0 w 971079"/>
                <a:gd name="connsiteY0" fmla="*/ 485540 h 971079"/>
                <a:gd name="connsiteX1" fmla="*/ 485540 w 971079"/>
                <a:gd name="connsiteY1" fmla="*/ 0 h 971079"/>
                <a:gd name="connsiteX2" fmla="*/ 971080 w 971079"/>
                <a:gd name="connsiteY2" fmla="*/ 485540 h 971079"/>
                <a:gd name="connsiteX3" fmla="*/ 485540 w 971079"/>
                <a:gd name="connsiteY3" fmla="*/ 971080 h 971079"/>
                <a:gd name="connsiteX4" fmla="*/ 0 w 971079"/>
                <a:gd name="connsiteY4" fmla="*/ 485540 h 97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079" h="971079" fill="none" extrusionOk="0">
                  <a:moveTo>
                    <a:pt x="0" y="485540"/>
                  </a:moveTo>
                  <a:cubicBezTo>
                    <a:pt x="-16125" y="210778"/>
                    <a:pt x="187534" y="53939"/>
                    <a:pt x="485540" y="0"/>
                  </a:cubicBezTo>
                  <a:cubicBezTo>
                    <a:pt x="783639" y="34383"/>
                    <a:pt x="1010492" y="257674"/>
                    <a:pt x="971080" y="485540"/>
                  </a:cubicBezTo>
                  <a:cubicBezTo>
                    <a:pt x="963220" y="751287"/>
                    <a:pt x="798937" y="1023326"/>
                    <a:pt x="485540" y="971080"/>
                  </a:cubicBezTo>
                  <a:cubicBezTo>
                    <a:pt x="183655" y="1016682"/>
                    <a:pt x="-59151" y="699439"/>
                    <a:pt x="0" y="485540"/>
                  </a:cubicBezTo>
                  <a:close/>
                </a:path>
                <a:path w="971079" h="971079" stroke="0" extrusionOk="0">
                  <a:moveTo>
                    <a:pt x="0" y="485540"/>
                  </a:moveTo>
                  <a:cubicBezTo>
                    <a:pt x="17866" y="191089"/>
                    <a:pt x="236880" y="30558"/>
                    <a:pt x="485540" y="0"/>
                  </a:cubicBezTo>
                  <a:cubicBezTo>
                    <a:pt x="740858" y="-35735"/>
                    <a:pt x="992972" y="230478"/>
                    <a:pt x="971080" y="485540"/>
                  </a:cubicBezTo>
                  <a:cubicBezTo>
                    <a:pt x="968511" y="725664"/>
                    <a:pt x="729922" y="981788"/>
                    <a:pt x="485540" y="971080"/>
                  </a:cubicBezTo>
                  <a:cubicBezTo>
                    <a:pt x="213555" y="952712"/>
                    <a:pt x="10543" y="768899"/>
                    <a:pt x="0" y="485540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다리꼴 4">
              <a:extLst>
                <a:ext uri="{FF2B5EF4-FFF2-40B4-BE49-F238E27FC236}">
                  <a16:creationId xmlns:a16="http://schemas.microsoft.com/office/drawing/2014/main" id="{AE307973-6346-43D3-ACEC-A347F409E2DA}"/>
                </a:ext>
              </a:extLst>
            </p:cNvPr>
            <p:cNvSpPr/>
            <p:nvPr/>
          </p:nvSpPr>
          <p:spPr>
            <a:xfrm rot="19253310">
              <a:off x="2736255" y="2444722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0 h 1554480"/>
                <a:gd name="connsiteX3" fmla="*/ 1554480 w 1554480"/>
                <a:gd name="connsiteY3" fmla="*/ 1554480 h 1554480"/>
                <a:gd name="connsiteX4" fmla="*/ 0 w 1554480"/>
                <a:gd name="connsiteY4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-79160" y="1111013"/>
                    <a:pt x="-46384" y="172584"/>
                    <a:pt x="0" y="0"/>
                  </a:cubicBezTo>
                  <a:cubicBezTo>
                    <a:pt x="538042" y="-49920"/>
                    <a:pt x="1171808" y="108899"/>
                    <a:pt x="1554480" y="0"/>
                  </a:cubicBezTo>
                  <a:cubicBezTo>
                    <a:pt x="1475894" y="296357"/>
                    <a:pt x="1673658" y="792035"/>
                    <a:pt x="1554480" y="1554480"/>
                  </a:cubicBezTo>
                  <a:cubicBezTo>
                    <a:pt x="1044927" y="1434372"/>
                    <a:pt x="228186" y="159494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745856" y="-112534"/>
                    <a:pt x="1048629" y="136031"/>
                    <a:pt x="1554480" y="0"/>
                  </a:cubicBezTo>
                  <a:cubicBezTo>
                    <a:pt x="1526129" y="477664"/>
                    <a:pt x="1498512" y="911582"/>
                    <a:pt x="1554480" y="1554480"/>
                  </a:cubicBezTo>
                  <a:cubicBezTo>
                    <a:pt x="1164681" y="1498151"/>
                    <a:pt x="668185" y="1567070"/>
                    <a:pt x="0" y="155448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trapezoid">
                      <a:avLst>
                        <a:gd name="adj" fmla="val 0"/>
                      </a:avLst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각 삼각형 5">
              <a:extLst>
                <a:ext uri="{FF2B5EF4-FFF2-40B4-BE49-F238E27FC236}">
                  <a16:creationId xmlns:a16="http://schemas.microsoft.com/office/drawing/2014/main" id="{BC2D193F-7DEF-4460-A6E4-A9A74D572C96}"/>
                </a:ext>
              </a:extLst>
            </p:cNvPr>
            <p:cNvSpPr/>
            <p:nvPr/>
          </p:nvSpPr>
          <p:spPr>
            <a:xfrm rot="20568315">
              <a:off x="5682505" y="3069128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각 삼각형 6">
              <a:extLst>
                <a:ext uri="{FF2B5EF4-FFF2-40B4-BE49-F238E27FC236}">
                  <a16:creationId xmlns:a16="http://schemas.microsoft.com/office/drawing/2014/main" id="{DEF3FD84-1A98-4990-A9A3-8142577ED927}"/>
                </a:ext>
              </a:extLst>
            </p:cNvPr>
            <p:cNvSpPr/>
            <p:nvPr/>
          </p:nvSpPr>
          <p:spPr>
            <a:xfrm rot="19867731">
              <a:off x="443031" y="1628265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육각형 7">
              <a:extLst>
                <a:ext uri="{FF2B5EF4-FFF2-40B4-BE49-F238E27FC236}">
                  <a16:creationId xmlns:a16="http://schemas.microsoft.com/office/drawing/2014/main" id="{1F6FB5B3-E193-46F3-8FD6-EB4615E8CEE1}"/>
                </a:ext>
              </a:extLst>
            </p:cNvPr>
            <p:cNvSpPr/>
            <p:nvPr/>
          </p:nvSpPr>
          <p:spPr>
            <a:xfrm rot="3774981">
              <a:off x="142045" y="4664932"/>
              <a:ext cx="1830926" cy="1554480"/>
            </a:xfrm>
            <a:custGeom>
              <a:avLst/>
              <a:gdLst>
                <a:gd name="connsiteX0" fmla="*/ 0 w 1830926"/>
                <a:gd name="connsiteY0" fmla="*/ 777240 h 1554480"/>
                <a:gd name="connsiteX1" fmla="*/ 388620 w 1830926"/>
                <a:gd name="connsiteY1" fmla="*/ 0 h 1554480"/>
                <a:gd name="connsiteX2" fmla="*/ 1442306 w 1830926"/>
                <a:gd name="connsiteY2" fmla="*/ 0 h 1554480"/>
                <a:gd name="connsiteX3" fmla="*/ 1830926 w 1830926"/>
                <a:gd name="connsiteY3" fmla="*/ 777240 h 1554480"/>
                <a:gd name="connsiteX4" fmla="*/ 1442306 w 1830926"/>
                <a:gd name="connsiteY4" fmla="*/ 1554480 h 1554480"/>
                <a:gd name="connsiteX5" fmla="*/ 388620 w 1830926"/>
                <a:gd name="connsiteY5" fmla="*/ 1554480 h 1554480"/>
                <a:gd name="connsiteX6" fmla="*/ 0 w 1830926"/>
                <a:gd name="connsiteY6" fmla="*/ 77724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0926" h="1554480" fill="none" extrusionOk="0">
                  <a:moveTo>
                    <a:pt x="0" y="777240"/>
                  </a:moveTo>
                  <a:cubicBezTo>
                    <a:pt x="140182" y="559663"/>
                    <a:pt x="300007" y="78053"/>
                    <a:pt x="388620" y="0"/>
                  </a:cubicBezTo>
                  <a:cubicBezTo>
                    <a:pt x="851372" y="-14320"/>
                    <a:pt x="1161809" y="-8201"/>
                    <a:pt x="1442306" y="0"/>
                  </a:cubicBezTo>
                  <a:cubicBezTo>
                    <a:pt x="1529490" y="211412"/>
                    <a:pt x="1782096" y="630071"/>
                    <a:pt x="1830926" y="777240"/>
                  </a:cubicBezTo>
                  <a:cubicBezTo>
                    <a:pt x="1590398" y="1139377"/>
                    <a:pt x="1564483" y="1193580"/>
                    <a:pt x="1442306" y="1554480"/>
                  </a:cubicBezTo>
                  <a:cubicBezTo>
                    <a:pt x="1020825" y="1602712"/>
                    <a:pt x="817627" y="1618108"/>
                    <a:pt x="388620" y="1554480"/>
                  </a:cubicBezTo>
                  <a:cubicBezTo>
                    <a:pt x="265746" y="1364091"/>
                    <a:pt x="129661" y="1157297"/>
                    <a:pt x="0" y="777240"/>
                  </a:cubicBezTo>
                  <a:close/>
                </a:path>
                <a:path w="1830926" h="1554480" stroke="0" extrusionOk="0">
                  <a:moveTo>
                    <a:pt x="0" y="777240"/>
                  </a:moveTo>
                  <a:cubicBezTo>
                    <a:pt x="63852" y="568426"/>
                    <a:pt x="167856" y="367509"/>
                    <a:pt x="388620" y="0"/>
                  </a:cubicBezTo>
                  <a:cubicBezTo>
                    <a:pt x="627723" y="92050"/>
                    <a:pt x="1074567" y="74648"/>
                    <a:pt x="1442306" y="0"/>
                  </a:cubicBezTo>
                  <a:cubicBezTo>
                    <a:pt x="1596919" y="222005"/>
                    <a:pt x="1788285" y="605170"/>
                    <a:pt x="1830926" y="777240"/>
                  </a:cubicBezTo>
                  <a:cubicBezTo>
                    <a:pt x="1836540" y="937624"/>
                    <a:pt x="1686429" y="1191873"/>
                    <a:pt x="1442306" y="1554480"/>
                  </a:cubicBezTo>
                  <a:cubicBezTo>
                    <a:pt x="1036144" y="1611623"/>
                    <a:pt x="558354" y="1573237"/>
                    <a:pt x="388620" y="1554480"/>
                  </a:cubicBezTo>
                  <a:cubicBezTo>
                    <a:pt x="271968" y="1274814"/>
                    <a:pt x="67688" y="988571"/>
                    <a:pt x="0" y="77724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hex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CA7DB1E6-7194-4941-BB2D-36775A4879CE}"/>
                </a:ext>
              </a:extLst>
            </p:cNvPr>
            <p:cNvSpPr/>
            <p:nvPr/>
          </p:nvSpPr>
          <p:spPr>
            <a:xfrm rot="2399890">
              <a:off x="5682506" y="1466426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77724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104008" y="1349732"/>
                    <a:pt x="565051" y="473619"/>
                    <a:pt x="777240" y="0"/>
                  </a:cubicBezTo>
                  <a:cubicBezTo>
                    <a:pt x="1165517" y="571421"/>
                    <a:pt x="1150763" y="1046643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33842" y="1230807"/>
                    <a:pt x="588307" y="478726"/>
                    <a:pt x="777240" y="0"/>
                  </a:cubicBezTo>
                  <a:cubicBezTo>
                    <a:pt x="799994" y="231004"/>
                    <a:pt x="1341738" y="780729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761FCC-A952-4D69-A64A-BAB80CA90423}"/>
                </a:ext>
              </a:extLst>
            </p:cNvPr>
            <p:cNvSpPr/>
            <p:nvPr/>
          </p:nvSpPr>
          <p:spPr>
            <a:xfrm>
              <a:off x="2826274" y="4783182"/>
              <a:ext cx="971079" cy="971079"/>
            </a:xfrm>
            <a:custGeom>
              <a:avLst/>
              <a:gdLst>
                <a:gd name="connsiteX0" fmla="*/ 0 w 971079"/>
                <a:gd name="connsiteY0" fmla="*/ 485540 h 971079"/>
                <a:gd name="connsiteX1" fmla="*/ 485540 w 971079"/>
                <a:gd name="connsiteY1" fmla="*/ 0 h 971079"/>
                <a:gd name="connsiteX2" fmla="*/ 971080 w 971079"/>
                <a:gd name="connsiteY2" fmla="*/ 485540 h 971079"/>
                <a:gd name="connsiteX3" fmla="*/ 485540 w 971079"/>
                <a:gd name="connsiteY3" fmla="*/ 971080 h 971079"/>
                <a:gd name="connsiteX4" fmla="*/ 0 w 971079"/>
                <a:gd name="connsiteY4" fmla="*/ 485540 h 97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079" h="971079" fill="none" extrusionOk="0">
                  <a:moveTo>
                    <a:pt x="0" y="485540"/>
                  </a:moveTo>
                  <a:cubicBezTo>
                    <a:pt x="-16125" y="210778"/>
                    <a:pt x="187534" y="53939"/>
                    <a:pt x="485540" y="0"/>
                  </a:cubicBezTo>
                  <a:cubicBezTo>
                    <a:pt x="783639" y="34383"/>
                    <a:pt x="1010492" y="257674"/>
                    <a:pt x="971080" y="485540"/>
                  </a:cubicBezTo>
                  <a:cubicBezTo>
                    <a:pt x="963220" y="751287"/>
                    <a:pt x="798937" y="1023326"/>
                    <a:pt x="485540" y="971080"/>
                  </a:cubicBezTo>
                  <a:cubicBezTo>
                    <a:pt x="183655" y="1016682"/>
                    <a:pt x="-59151" y="699439"/>
                    <a:pt x="0" y="485540"/>
                  </a:cubicBezTo>
                  <a:close/>
                </a:path>
                <a:path w="971079" h="971079" stroke="0" extrusionOk="0">
                  <a:moveTo>
                    <a:pt x="0" y="485540"/>
                  </a:moveTo>
                  <a:cubicBezTo>
                    <a:pt x="17866" y="191089"/>
                    <a:pt x="236880" y="30558"/>
                    <a:pt x="485540" y="0"/>
                  </a:cubicBezTo>
                  <a:cubicBezTo>
                    <a:pt x="740858" y="-35735"/>
                    <a:pt x="992972" y="230478"/>
                    <a:pt x="971080" y="485540"/>
                  </a:cubicBezTo>
                  <a:cubicBezTo>
                    <a:pt x="968511" y="725664"/>
                    <a:pt x="729922" y="981788"/>
                    <a:pt x="485540" y="971080"/>
                  </a:cubicBezTo>
                  <a:cubicBezTo>
                    <a:pt x="213555" y="952712"/>
                    <a:pt x="10543" y="768899"/>
                    <a:pt x="0" y="485540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B09EF8C1-9A69-49A1-94DB-03DCA5B12813}"/>
                </a:ext>
              </a:extLst>
            </p:cNvPr>
            <p:cNvSpPr/>
            <p:nvPr/>
          </p:nvSpPr>
          <p:spPr>
            <a:xfrm>
              <a:off x="5662277" y="348994"/>
              <a:ext cx="704006" cy="704006"/>
            </a:xfrm>
            <a:custGeom>
              <a:avLst/>
              <a:gdLst>
                <a:gd name="connsiteX0" fmla="*/ 0 w 704006"/>
                <a:gd name="connsiteY0" fmla="*/ 352003 h 704006"/>
                <a:gd name="connsiteX1" fmla="*/ 352003 w 704006"/>
                <a:gd name="connsiteY1" fmla="*/ 0 h 704006"/>
                <a:gd name="connsiteX2" fmla="*/ 704006 w 704006"/>
                <a:gd name="connsiteY2" fmla="*/ 352003 h 704006"/>
                <a:gd name="connsiteX3" fmla="*/ 352003 w 704006"/>
                <a:gd name="connsiteY3" fmla="*/ 704006 h 704006"/>
                <a:gd name="connsiteX4" fmla="*/ 0 w 704006"/>
                <a:gd name="connsiteY4" fmla="*/ 352003 h 70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006" h="704006" fill="none" extrusionOk="0">
                  <a:moveTo>
                    <a:pt x="0" y="352003"/>
                  </a:moveTo>
                  <a:cubicBezTo>
                    <a:pt x="-51056" y="136680"/>
                    <a:pt x="135557" y="39826"/>
                    <a:pt x="352003" y="0"/>
                  </a:cubicBezTo>
                  <a:cubicBezTo>
                    <a:pt x="555282" y="10189"/>
                    <a:pt x="743539" y="198011"/>
                    <a:pt x="704006" y="352003"/>
                  </a:cubicBezTo>
                  <a:cubicBezTo>
                    <a:pt x="695343" y="543754"/>
                    <a:pt x="565463" y="726011"/>
                    <a:pt x="352003" y="704006"/>
                  </a:cubicBezTo>
                  <a:cubicBezTo>
                    <a:pt x="142086" y="724978"/>
                    <a:pt x="-11625" y="535746"/>
                    <a:pt x="0" y="352003"/>
                  </a:cubicBezTo>
                  <a:close/>
                </a:path>
                <a:path w="704006" h="704006" stroke="0" extrusionOk="0">
                  <a:moveTo>
                    <a:pt x="0" y="352003"/>
                  </a:moveTo>
                  <a:cubicBezTo>
                    <a:pt x="7050" y="147220"/>
                    <a:pt x="188928" y="49110"/>
                    <a:pt x="352003" y="0"/>
                  </a:cubicBezTo>
                  <a:cubicBezTo>
                    <a:pt x="541229" y="-14419"/>
                    <a:pt x="725101" y="170215"/>
                    <a:pt x="704006" y="352003"/>
                  </a:cubicBezTo>
                  <a:cubicBezTo>
                    <a:pt x="701319" y="517093"/>
                    <a:pt x="529290" y="711717"/>
                    <a:pt x="352003" y="704006"/>
                  </a:cubicBezTo>
                  <a:cubicBezTo>
                    <a:pt x="145932" y="648040"/>
                    <a:pt x="31298" y="591541"/>
                    <a:pt x="0" y="352003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BC1620C-2E09-4AFD-8AFF-2B4CE680F64E}"/>
                </a:ext>
              </a:extLst>
            </p:cNvPr>
            <p:cNvSpPr/>
            <p:nvPr/>
          </p:nvSpPr>
          <p:spPr>
            <a:xfrm>
              <a:off x="9058940" y="1423918"/>
              <a:ext cx="568453" cy="568453"/>
            </a:xfrm>
            <a:custGeom>
              <a:avLst/>
              <a:gdLst>
                <a:gd name="connsiteX0" fmla="*/ 0 w 568453"/>
                <a:gd name="connsiteY0" fmla="*/ 284227 h 568453"/>
                <a:gd name="connsiteX1" fmla="*/ 284227 w 568453"/>
                <a:gd name="connsiteY1" fmla="*/ 0 h 568453"/>
                <a:gd name="connsiteX2" fmla="*/ 568454 w 568453"/>
                <a:gd name="connsiteY2" fmla="*/ 284227 h 568453"/>
                <a:gd name="connsiteX3" fmla="*/ 284227 w 568453"/>
                <a:gd name="connsiteY3" fmla="*/ 568454 h 568453"/>
                <a:gd name="connsiteX4" fmla="*/ 0 w 568453"/>
                <a:gd name="connsiteY4" fmla="*/ 284227 h 56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453" h="568453" fill="none" extrusionOk="0">
                  <a:moveTo>
                    <a:pt x="0" y="284227"/>
                  </a:moveTo>
                  <a:cubicBezTo>
                    <a:pt x="-7394" y="124224"/>
                    <a:pt x="122038" y="9424"/>
                    <a:pt x="284227" y="0"/>
                  </a:cubicBezTo>
                  <a:cubicBezTo>
                    <a:pt x="450853" y="11083"/>
                    <a:pt x="575896" y="134861"/>
                    <a:pt x="568454" y="284227"/>
                  </a:cubicBezTo>
                  <a:cubicBezTo>
                    <a:pt x="544625" y="433899"/>
                    <a:pt x="453007" y="582088"/>
                    <a:pt x="284227" y="568454"/>
                  </a:cubicBezTo>
                  <a:cubicBezTo>
                    <a:pt x="122504" y="574874"/>
                    <a:pt x="-13192" y="429100"/>
                    <a:pt x="0" y="284227"/>
                  </a:cubicBezTo>
                  <a:close/>
                </a:path>
                <a:path w="568453" h="568453" stroke="0" extrusionOk="0">
                  <a:moveTo>
                    <a:pt x="0" y="284227"/>
                  </a:moveTo>
                  <a:cubicBezTo>
                    <a:pt x="13222" y="107793"/>
                    <a:pt x="146278" y="29820"/>
                    <a:pt x="284227" y="0"/>
                  </a:cubicBezTo>
                  <a:cubicBezTo>
                    <a:pt x="437392" y="-10603"/>
                    <a:pt x="583001" y="135954"/>
                    <a:pt x="568454" y="284227"/>
                  </a:cubicBezTo>
                  <a:cubicBezTo>
                    <a:pt x="565596" y="410018"/>
                    <a:pt x="409990" y="582512"/>
                    <a:pt x="284227" y="568454"/>
                  </a:cubicBezTo>
                  <a:cubicBezTo>
                    <a:pt x="119203" y="529834"/>
                    <a:pt x="14886" y="462667"/>
                    <a:pt x="0" y="284227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95C89D5-6BB7-4BEE-A51E-315E656D36A3}"/>
                </a:ext>
              </a:extLst>
            </p:cNvPr>
            <p:cNvSpPr/>
            <p:nvPr/>
          </p:nvSpPr>
          <p:spPr>
            <a:xfrm>
              <a:off x="10930751" y="4564926"/>
              <a:ext cx="971079" cy="971079"/>
            </a:xfrm>
            <a:custGeom>
              <a:avLst/>
              <a:gdLst>
                <a:gd name="connsiteX0" fmla="*/ 0 w 971079"/>
                <a:gd name="connsiteY0" fmla="*/ 485540 h 971079"/>
                <a:gd name="connsiteX1" fmla="*/ 485540 w 971079"/>
                <a:gd name="connsiteY1" fmla="*/ 0 h 971079"/>
                <a:gd name="connsiteX2" fmla="*/ 971080 w 971079"/>
                <a:gd name="connsiteY2" fmla="*/ 485540 h 971079"/>
                <a:gd name="connsiteX3" fmla="*/ 485540 w 971079"/>
                <a:gd name="connsiteY3" fmla="*/ 971080 h 971079"/>
                <a:gd name="connsiteX4" fmla="*/ 0 w 971079"/>
                <a:gd name="connsiteY4" fmla="*/ 485540 h 97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079" h="971079" fill="none" extrusionOk="0">
                  <a:moveTo>
                    <a:pt x="0" y="485540"/>
                  </a:moveTo>
                  <a:cubicBezTo>
                    <a:pt x="-16125" y="210778"/>
                    <a:pt x="187534" y="53939"/>
                    <a:pt x="485540" y="0"/>
                  </a:cubicBezTo>
                  <a:cubicBezTo>
                    <a:pt x="783639" y="34383"/>
                    <a:pt x="1010492" y="257674"/>
                    <a:pt x="971080" y="485540"/>
                  </a:cubicBezTo>
                  <a:cubicBezTo>
                    <a:pt x="963220" y="751287"/>
                    <a:pt x="798937" y="1023326"/>
                    <a:pt x="485540" y="971080"/>
                  </a:cubicBezTo>
                  <a:cubicBezTo>
                    <a:pt x="183655" y="1016682"/>
                    <a:pt x="-59151" y="699439"/>
                    <a:pt x="0" y="485540"/>
                  </a:cubicBezTo>
                  <a:close/>
                </a:path>
                <a:path w="971079" h="971079" stroke="0" extrusionOk="0">
                  <a:moveTo>
                    <a:pt x="0" y="485540"/>
                  </a:moveTo>
                  <a:cubicBezTo>
                    <a:pt x="17866" y="191089"/>
                    <a:pt x="236880" y="30558"/>
                    <a:pt x="485540" y="0"/>
                  </a:cubicBezTo>
                  <a:cubicBezTo>
                    <a:pt x="740858" y="-35735"/>
                    <a:pt x="992972" y="230478"/>
                    <a:pt x="971080" y="485540"/>
                  </a:cubicBezTo>
                  <a:cubicBezTo>
                    <a:pt x="968511" y="725664"/>
                    <a:pt x="729922" y="981788"/>
                    <a:pt x="485540" y="971080"/>
                  </a:cubicBezTo>
                  <a:cubicBezTo>
                    <a:pt x="213555" y="952712"/>
                    <a:pt x="10543" y="768899"/>
                    <a:pt x="0" y="485540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17C49D4F-F3D3-4C94-8E5A-0E93BEC6942B}"/>
                </a:ext>
              </a:extLst>
            </p:cNvPr>
            <p:cNvSpPr/>
            <p:nvPr/>
          </p:nvSpPr>
          <p:spPr>
            <a:xfrm rot="17825019" flipH="1">
              <a:off x="9927094" y="459319"/>
              <a:ext cx="1830926" cy="1554480"/>
            </a:xfrm>
            <a:custGeom>
              <a:avLst/>
              <a:gdLst>
                <a:gd name="connsiteX0" fmla="*/ 0 w 1830926"/>
                <a:gd name="connsiteY0" fmla="*/ 777240 h 1554480"/>
                <a:gd name="connsiteX1" fmla="*/ 388620 w 1830926"/>
                <a:gd name="connsiteY1" fmla="*/ 0 h 1554480"/>
                <a:gd name="connsiteX2" fmla="*/ 1442306 w 1830926"/>
                <a:gd name="connsiteY2" fmla="*/ 0 h 1554480"/>
                <a:gd name="connsiteX3" fmla="*/ 1830926 w 1830926"/>
                <a:gd name="connsiteY3" fmla="*/ 777240 h 1554480"/>
                <a:gd name="connsiteX4" fmla="*/ 1442306 w 1830926"/>
                <a:gd name="connsiteY4" fmla="*/ 1554480 h 1554480"/>
                <a:gd name="connsiteX5" fmla="*/ 388620 w 1830926"/>
                <a:gd name="connsiteY5" fmla="*/ 1554480 h 1554480"/>
                <a:gd name="connsiteX6" fmla="*/ 0 w 1830926"/>
                <a:gd name="connsiteY6" fmla="*/ 77724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0926" h="1554480" fill="none" extrusionOk="0">
                  <a:moveTo>
                    <a:pt x="0" y="777240"/>
                  </a:moveTo>
                  <a:cubicBezTo>
                    <a:pt x="140182" y="559663"/>
                    <a:pt x="300007" y="78053"/>
                    <a:pt x="388620" y="0"/>
                  </a:cubicBezTo>
                  <a:cubicBezTo>
                    <a:pt x="851372" y="-14320"/>
                    <a:pt x="1161809" y="-8201"/>
                    <a:pt x="1442306" y="0"/>
                  </a:cubicBezTo>
                  <a:cubicBezTo>
                    <a:pt x="1529490" y="211412"/>
                    <a:pt x="1782096" y="630071"/>
                    <a:pt x="1830926" y="777240"/>
                  </a:cubicBezTo>
                  <a:cubicBezTo>
                    <a:pt x="1590398" y="1139377"/>
                    <a:pt x="1564483" y="1193580"/>
                    <a:pt x="1442306" y="1554480"/>
                  </a:cubicBezTo>
                  <a:cubicBezTo>
                    <a:pt x="1020825" y="1602712"/>
                    <a:pt x="817627" y="1618108"/>
                    <a:pt x="388620" y="1554480"/>
                  </a:cubicBezTo>
                  <a:cubicBezTo>
                    <a:pt x="265746" y="1364091"/>
                    <a:pt x="129661" y="1157297"/>
                    <a:pt x="0" y="777240"/>
                  </a:cubicBezTo>
                  <a:close/>
                </a:path>
                <a:path w="1830926" h="1554480" stroke="0" extrusionOk="0">
                  <a:moveTo>
                    <a:pt x="0" y="777240"/>
                  </a:moveTo>
                  <a:cubicBezTo>
                    <a:pt x="63852" y="568426"/>
                    <a:pt x="167856" y="367509"/>
                    <a:pt x="388620" y="0"/>
                  </a:cubicBezTo>
                  <a:cubicBezTo>
                    <a:pt x="627723" y="92050"/>
                    <a:pt x="1074567" y="74648"/>
                    <a:pt x="1442306" y="0"/>
                  </a:cubicBezTo>
                  <a:cubicBezTo>
                    <a:pt x="1596919" y="222005"/>
                    <a:pt x="1788285" y="605170"/>
                    <a:pt x="1830926" y="777240"/>
                  </a:cubicBezTo>
                  <a:cubicBezTo>
                    <a:pt x="1836540" y="937624"/>
                    <a:pt x="1686429" y="1191873"/>
                    <a:pt x="1442306" y="1554480"/>
                  </a:cubicBezTo>
                  <a:cubicBezTo>
                    <a:pt x="1036144" y="1611623"/>
                    <a:pt x="558354" y="1573237"/>
                    <a:pt x="388620" y="1554480"/>
                  </a:cubicBezTo>
                  <a:cubicBezTo>
                    <a:pt x="271968" y="1274814"/>
                    <a:pt x="67688" y="988571"/>
                    <a:pt x="0" y="77724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hex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9F1BCE1-83BF-4F0D-ABEA-990436B559E6}"/>
                </a:ext>
              </a:extLst>
            </p:cNvPr>
            <p:cNvSpPr/>
            <p:nvPr/>
          </p:nvSpPr>
          <p:spPr>
            <a:xfrm rot="6415440">
              <a:off x="7429864" y="496591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543A919-DECC-40ED-AC1D-42B076D7D9DC}"/>
                </a:ext>
              </a:extLst>
            </p:cNvPr>
            <p:cNvSpPr/>
            <p:nvPr/>
          </p:nvSpPr>
          <p:spPr>
            <a:xfrm rot="9142069">
              <a:off x="3161267" y="792167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사다리꼴 16">
              <a:extLst>
                <a:ext uri="{FF2B5EF4-FFF2-40B4-BE49-F238E27FC236}">
                  <a16:creationId xmlns:a16="http://schemas.microsoft.com/office/drawing/2014/main" id="{663F3B1C-7089-436E-8552-76F027AA0E2D}"/>
                </a:ext>
              </a:extLst>
            </p:cNvPr>
            <p:cNvSpPr/>
            <p:nvPr/>
          </p:nvSpPr>
          <p:spPr>
            <a:xfrm rot="1074861">
              <a:off x="7830049" y="2350010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37743 w 1554480"/>
                <a:gd name="connsiteY1" fmla="*/ 0 h 1554480"/>
                <a:gd name="connsiteX2" fmla="*/ 1516737 w 1554480"/>
                <a:gd name="connsiteY2" fmla="*/ 0 h 1554480"/>
                <a:gd name="connsiteX3" fmla="*/ 1554480 w 1554480"/>
                <a:gd name="connsiteY3" fmla="*/ 1554480 h 1554480"/>
                <a:gd name="connsiteX4" fmla="*/ 0 w 1554480"/>
                <a:gd name="connsiteY4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37159" y="923103"/>
                    <a:pt x="156822" y="647224"/>
                    <a:pt x="37743" y="0"/>
                  </a:cubicBezTo>
                  <a:cubicBezTo>
                    <a:pt x="695123" y="-43259"/>
                    <a:pt x="809404" y="11969"/>
                    <a:pt x="1516737" y="0"/>
                  </a:cubicBezTo>
                  <a:cubicBezTo>
                    <a:pt x="1599027" y="632536"/>
                    <a:pt x="1497615" y="1058782"/>
                    <a:pt x="1554480" y="1554480"/>
                  </a:cubicBezTo>
                  <a:cubicBezTo>
                    <a:pt x="1044927" y="1434372"/>
                    <a:pt x="228186" y="159494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32131" y="1181175"/>
                    <a:pt x="102759" y="400364"/>
                    <a:pt x="37743" y="0"/>
                  </a:cubicBezTo>
                  <a:cubicBezTo>
                    <a:pt x="264946" y="-17669"/>
                    <a:pt x="801458" y="99939"/>
                    <a:pt x="1516737" y="0"/>
                  </a:cubicBezTo>
                  <a:cubicBezTo>
                    <a:pt x="1559100" y="622014"/>
                    <a:pt x="1418836" y="1102555"/>
                    <a:pt x="1554480" y="1554480"/>
                  </a:cubicBezTo>
                  <a:cubicBezTo>
                    <a:pt x="1164681" y="1498151"/>
                    <a:pt x="668185" y="1567070"/>
                    <a:pt x="0" y="155448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trapezoid">
                      <a:avLst>
                        <a:gd name="adj" fmla="val 2428"/>
                      </a:avLst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각 삼각형 17">
              <a:extLst>
                <a:ext uri="{FF2B5EF4-FFF2-40B4-BE49-F238E27FC236}">
                  <a16:creationId xmlns:a16="http://schemas.microsoft.com/office/drawing/2014/main" id="{36956D59-3CE5-4F37-8240-28BE1ADECA02}"/>
                </a:ext>
              </a:extLst>
            </p:cNvPr>
            <p:cNvSpPr/>
            <p:nvPr/>
          </p:nvSpPr>
          <p:spPr>
            <a:xfrm rot="20261023">
              <a:off x="10096343" y="2011124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A6F89D5-8D49-473D-BB31-36904B5896CF}"/>
                </a:ext>
              </a:extLst>
            </p:cNvPr>
            <p:cNvSpPr/>
            <p:nvPr/>
          </p:nvSpPr>
          <p:spPr>
            <a:xfrm>
              <a:off x="7866069" y="4675126"/>
              <a:ext cx="1187190" cy="1187190"/>
            </a:xfrm>
            <a:custGeom>
              <a:avLst/>
              <a:gdLst>
                <a:gd name="connsiteX0" fmla="*/ 0 w 1187190"/>
                <a:gd name="connsiteY0" fmla="*/ 593595 h 1187190"/>
                <a:gd name="connsiteX1" fmla="*/ 593595 w 1187190"/>
                <a:gd name="connsiteY1" fmla="*/ 0 h 1187190"/>
                <a:gd name="connsiteX2" fmla="*/ 1187190 w 1187190"/>
                <a:gd name="connsiteY2" fmla="*/ 593595 h 1187190"/>
                <a:gd name="connsiteX3" fmla="*/ 593595 w 1187190"/>
                <a:gd name="connsiteY3" fmla="*/ 1187190 h 1187190"/>
                <a:gd name="connsiteX4" fmla="*/ 0 w 1187190"/>
                <a:gd name="connsiteY4" fmla="*/ 593595 h 118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7190" h="1187190" fill="none" extrusionOk="0">
                  <a:moveTo>
                    <a:pt x="0" y="593595"/>
                  </a:moveTo>
                  <a:cubicBezTo>
                    <a:pt x="-52421" y="244286"/>
                    <a:pt x="253446" y="22255"/>
                    <a:pt x="593595" y="0"/>
                  </a:cubicBezTo>
                  <a:cubicBezTo>
                    <a:pt x="957150" y="41019"/>
                    <a:pt x="1196144" y="274915"/>
                    <a:pt x="1187190" y="593595"/>
                  </a:cubicBezTo>
                  <a:cubicBezTo>
                    <a:pt x="1170618" y="916350"/>
                    <a:pt x="936010" y="1204030"/>
                    <a:pt x="593595" y="1187190"/>
                  </a:cubicBezTo>
                  <a:cubicBezTo>
                    <a:pt x="233114" y="1231331"/>
                    <a:pt x="-48321" y="877106"/>
                    <a:pt x="0" y="593595"/>
                  </a:cubicBezTo>
                  <a:close/>
                </a:path>
                <a:path w="1187190" h="1187190" stroke="0" extrusionOk="0">
                  <a:moveTo>
                    <a:pt x="0" y="593595"/>
                  </a:moveTo>
                  <a:cubicBezTo>
                    <a:pt x="51359" y="190170"/>
                    <a:pt x="311082" y="71036"/>
                    <a:pt x="593595" y="0"/>
                  </a:cubicBezTo>
                  <a:cubicBezTo>
                    <a:pt x="918309" y="-8681"/>
                    <a:pt x="1248574" y="302479"/>
                    <a:pt x="1187190" y="593595"/>
                  </a:cubicBezTo>
                  <a:cubicBezTo>
                    <a:pt x="1186090" y="909426"/>
                    <a:pt x="844286" y="1221936"/>
                    <a:pt x="593595" y="1187190"/>
                  </a:cubicBezTo>
                  <a:cubicBezTo>
                    <a:pt x="252617" y="1124122"/>
                    <a:pt x="18826" y="948576"/>
                    <a:pt x="0" y="593595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F5D3ACDE-CC33-42E1-8287-A12215336D30}"/>
                </a:ext>
              </a:extLst>
            </p:cNvPr>
            <p:cNvSpPr/>
            <p:nvPr/>
          </p:nvSpPr>
          <p:spPr>
            <a:xfrm rot="20484939">
              <a:off x="3892749" y="4569672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77724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104008" y="1349732"/>
                    <a:pt x="565051" y="473619"/>
                    <a:pt x="777240" y="0"/>
                  </a:cubicBezTo>
                  <a:cubicBezTo>
                    <a:pt x="1165517" y="571421"/>
                    <a:pt x="1150763" y="1046643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33842" y="1230807"/>
                    <a:pt x="588307" y="478726"/>
                    <a:pt x="777240" y="0"/>
                  </a:cubicBezTo>
                  <a:cubicBezTo>
                    <a:pt x="799994" y="231004"/>
                    <a:pt x="1341738" y="780729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각 삼각형 20">
              <a:extLst>
                <a:ext uri="{FF2B5EF4-FFF2-40B4-BE49-F238E27FC236}">
                  <a16:creationId xmlns:a16="http://schemas.microsoft.com/office/drawing/2014/main" id="{2D224FAD-CC76-4AB9-B32E-FB6F434F0FC3}"/>
                </a:ext>
              </a:extLst>
            </p:cNvPr>
            <p:cNvSpPr/>
            <p:nvPr/>
          </p:nvSpPr>
          <p:spPr>
            <a:xfrm rot="16489952">
              <a:off x="5727771" y="4977021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1AC7C415-8CF6-47F3-812B-8132A658DE3F}"/>
                </a:ext>
              </a:extLst>
            </p:cNvPr>
            <p:cNvSpPr/>
            <p:nvPr/>
          </p:nvSpPr>
          <p:spPr>
            <a:xfrm rot="6329697">
              <a:off x="9530563" y="5093567"/>
              <a:ext cx="1540762" cy="1540762"/>
            </a:xfrm>
            <a:custGeom>
              <a:avLst/>
              <a:gdLst>
                <a:gd name="connsiteX0" fmla="*/ 0 w 1540762"/>
                <a:gd name="connsiteY0" fmla="*/ 1540762 h 1540762"/>
                <a:gd name="connsiteX1" fmla="*/ 770381 w 1540762"/>
                <a:gd name="connsiteY1" fmla="*/ 0 h 1540762"/>
                <a:gd name="connsiteX2" fmla="*/ 1540762 w 1540762"/>
                <a:gd name="connsiteY2" fmla="*/ 1540762 h 1540762"/>
                <a:gd name="connsiteX3" fmla="*/ 0 w 1540762"/>
                <a:gd name="connsiteY3" fmla="*/ 1540762 h 154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0762" h="1540762" fill="none" extrusionOk="0">
                  <a:moveTo>
                    <a:pt x="0" y="1540762"/>
                  </a:moveTo>
                  <a:cubicBezTo>
                    <a:pt x="267243" y="1351247"/>
                    <a:pt x="394441" y="543592"/>
                    <a:pt x="770381" y="0"/>
                  </a:cubicBezTo>
                  <a:cubicBezTo>
                    <a:pt x="1028954" y="504083"/>
                    <a:pt x="1420492" y="1274692"/>
                    <a:pt x="1540762" y="1540762"/>
                  </a:cubicBezTo>
                  <a:cubicBezTo>
                    <a:pt x="1014654" y="1432778"/>
                    <a:pt x="616425" y="1406468"/>
                    <a:pt x="0" y="1540762"/>
                  </a:cubicBezTo>
                  <a:close/>
                </a:path>
                <a:path w="1540762" h="1540762" stroke="0" extrusionOk="0">
                  <a:moveTo>
                    <a:pt x="0" y="1540762"/>
                  </a:moveTo>
                  <a:cubicBezTo>
                    <a:pt x="362724" y="1003643"/>
                    <a:pt x="583504" y="661549"/>
                    <a:pt x="770381" y="0"/>
                  </a:cubicBezTo>
                  <a:cubicBezTo>
                    <a:pt x="1078331" y="742154"/>
                    <a:pt x="1286160" y="988566"/>
                    <a:pt x="1540762" y="1540762"/>
                  </a:cubicBezTo>
                  <a:cubicBezTo>
                    <a:pt x="961809" y="1546326"/>
                    <a:pt x="450388" y="1417619"/>
                    <a:pt x="0" y="1540762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0665F5-239B-476D-B4FA-5A691B07866F}"/>
              </a:ext>
            </a:extLst>
          </p:cNvPr>
          <p:cNvSpPr/>
          <p:nvPr/>
        </p:nvSpPr>
        <p:spPr>
          <a:xfrm>
            <a:off x="1303690" y="2122315"/>
            <a:ext cx="9584530" cy="2651745"/>
          </a:xfrm>
          <a:prstGeom prst="rect">
            <a:avLst/>
          </a:prstGeom>
          <a:solidFill>
            <a:schemeClr val="bg1"/>
          </a:solidFill>
          <a:ln w="254000">
            <a:solidFill>
              <a:srgbClr val="D1B7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EB686-CA87-4EED-A821-63176C2AFF1E}"/>
              </a:ext>
            </a:extLst>
          </p:cNvPr>
          <p:cNvSpPr txBox="1"/>
          <p:nvPr/>
        </p:nvSpPr>
        <p:spPr>
          <a:xfrm>
            <a:off x="4161018" y="2864140"/>
            <a:ext cx="3869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캡스톤</a:t>
            </a:r>
            <a:r>
              <a:rPr lang="ko-KR" altLang="en-US" sz="3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디자인 </a:t>
            </a:r>
            <a:r>
              <a:rPr lang="en-US" altLang="ko-KR" sz="3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</a:t>
            </a:r>
            <a:r>
              <a:rPr lang="ko-KR" altLang="en-US" sz="3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280103-9C8D-4B0E-A7FF-AD7186FA997F}"/>
              </a:ext>
            </a:extLst>
          </p:cNvPr>
          <p:cNvSpPr txBox="1"/>
          <p:nvPr/>
        </p:nvSpPr>
        <p:spPr>
          <a:xfrm>
            <a:off x="2958997" y="3781850"/>
            <a:ext cx="6271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ESL </a:t>
            </a:r>
            <a:r>
              <a:rPr lang="ko-KR" altLang="en-US" dirty="0"/>
              <a:t>전자 가격 표시기를 활용한 전시장 부스 예약 시스템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9EAF9C-6FCF-4083-B323-A59B12932AB7}"/>
              </a:ext>
            </a:extLst>
          </p:cNvPr>
          <p:cNvSpPr txBox="1"/>
          <p:nvPr/>
        </p:nvSpPr>
        <p:spPr>
          <a:xfrm>
            <a:off x="10397585" y="5854276"/>
            <a:ext cx="1734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16011084  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심재호</a:t>
            </a:r>
          </a:p>
          <a:p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16011152   </a:t>
            </a:r>
            <a:r>
              <a:rPr lang="ko-KR" altLang="en-US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박재형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17011005   </a:t>
            </a:r>
            <a:r>
              <a:rPr lang="ko-KR" altLang="en-US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정행석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17013152  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최종혁</a:t>
            </a:r>
          </a:p>
        </p:txBody>
      </p:sp>
    </p:spTree>
    <p:extLst>
      <p:ext uri="{BB962C8B-B14F-4D97-AF65-F5344CB8AC3E}">
        <p14:creationId xmlns:p14="http://schemas.microsoft.com/office/powerpoint/2010/main" val="341846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3B61297-4B9E-4D78-8993-DD67BD3C98DF}"/>
              </a:ext>
            </a:extLst>
          </p:cNvPr>
          <p:cNvCxnSpPr/>
          <p:nvPr/>
        </p:nvCxnSpPr>
        <p:spPr>
          <a:xfrm>
            <a:off x="850605" y="1414130"/>
            <a:ext cx="11341395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939088B-0436-4AA8-AFA5-50F0D9AE803F}"/>
              </a:ext>
            </a:extLst>
          </p:cNvPr>
          <p:cNvCxnSpPr/>
          <p:nvPr/>
        </p:nvCxnSpPr>
        <p:spPr>
          <a:xfrm>
            <a:off x="850605" y="1587795"/>
            <a:ext cx="11341395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662D7B-7A67-443D-BCAB-5DC116073CA6}"/>
              </a:ext>
            </a:extLst>
          </p:cNvPr>
          <p:cNvSpPr txBox="1"/>
          <p:nvPr/>
        </p:nvSpPr>
        <p:spPr>
          <a:xfrm flipH="1">
            <a:off x="789448" y="463670"/>
            <a:ext cx="18388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목차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79E27F5-A6EE-4E84-9E1E-D865557C01DC}"/>
              </a:ext>
            </a:extLst>
          </p:cNvPr>
          <p:cNvGrpSpPr/>
          <p:nvPr/>
        </p:nvGrpSpPr>
        <p:grpSpPr>
          <a:xfrm>
            <a:off x="1167846" y="4499752"/>
            <a:ext cx="3735299" cy="564604"/>
            <a:chOff x="948998" y="4311172"/>
            <a:chExt cx="3735299" cy="5646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792471-0D08-4F9B-A3B9-5F8979B3F84D}"/>
                </a:ext>
              </a:extLst>
            </p:cNvPr>
            <p:cNvSpPr txBox="1"/>
            <p:nvPr/>
          </p:nvSpPr>
          <p:spPr>
            <a:xfrm>
              <a:off x="1725523" y="4393419"/>
              <a:ext cx="2958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600"/>
              </a:lvl1pPr>
            </a:lstStyle>
            <a:p>
              <a:r>
                <a:rPr lang="ko-KR" altLang="en-US" sz="20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유스케이스</a:t>
              </a:r>
              <a:r>
                <a:rPr lang="ko-KR" altLang="en-US" sz="2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시나리오</a:t>
              </a:r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7A25BB50-33AA-4C57-9454-0DA261757591}"/>
                </a:ext>
              </a:extLst>
            </p:cNvPr>
            <p:cNvGrpSpPr/>
            <p:nvPr/>
          </p:nvGrpSpPr>
          <p:grpSpPr>
            <a:xfrm>
              <a:off x="948998" y="4311172"/>
              <a:ext cx="564604" cy="564604"/>
              <a:chOff x="932330" y="2626942"/>
              <a:chExt cx="564604" cy="564604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43BD418F-1481-4B12-910F-8DED15CBAC30}"/>
                  </a:ext>
                </a:extLst>
              </p:cNvPr>
              <p:cNvSpPr/>
              <p:nvPr/>
            </p:nvSpPr>
            <p:spPr>
              <a:xfrm>
                <a:off x="932330" y="2626942"/>
                <a:ext cx="564604" cy="564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116CC1-EB97-49B4-91E2-86342F9EC139}"/>
                  </a:ext>
                </a:extLst>
              </p:cNvPr>
              <p:cNvSpPr txBox="1"/>
              <p:nvPr/>
            </p:nvSpPr>
            <p:spPr>
              <a:xfrm>
                <a:off x="1049362" y="2709189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40474D"/>
                    </a:solidFill>
                  </a:rPr>
                  <a:t>4</a:t>
                </a:r>
                <a:endParaRPr lang="ko-KR" altLang="en-US" sz="2000" b="1" dirty="0">
                  <a:solidFill>
                    <a:srgbClr val="40474D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2EBA60A-D718-4F23-820F-9F03A46C7A03}"/>
              </a:ext>
            </a:extLst>
          </p:cNvPr>
          <p:cNvGrpSpPr/>
          <p:nvPr/>
        </p:nvGrpSpPr>
        <p:grpSpPr>
          <a:xfrm>
            <a:off x="1167846" y="3703985"/>
            <a:ext cx="3735299" cy="564604"/>
            <a:chOff x="932330" y="3491565"/>
            <a:chExt cx="3735299" cy="56460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EFBB2C-292C-4845-92A1-BCFB8FCCDD6F}"/>
                </a:ext>
              </a:extLst>
            </p:cNvPr>
            <p:cNvSpPr txBox="1"/>
            <p:nvPr/>
          </p:nvSpPr>
          <p:spPr>
            <a:xfrm>
              <a:off x="1708855" y="3577991"/>
              <a:ext cx="2958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2000">
                  <a:latin typeface="HY바다M" panose="02030600000101010101" pitchFamily="18" charset="-127"/>
                  <a:ea typeface="HY바다M" panose="02030600000101010101" pitchFamily="18" charset="-127"/>
                </a:defRPr>
              </a:lvl1pPr>
            </a:lstStyle>
            <a:p>
              <a:r>
                <a:rPr lang="ko-KR" altLang="en-US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유스케이스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다이어그램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B5680696-B1B9-4E74-B8C3-66A01AA2ECE9}"/>
                </a:ext>
              </a:extLst>
            </p:cNvPr>
            <p:cNvGrpSpPr/>
            <p:nvPr/>
          </p:nvGrpSpPr>
          <p:grpSpPr>
            <a:xfrm>
              <a:off x="932330" y="3491565"/>
              <a:ext cx="564604" cy="564604"/>
              <a:chOff x="932329" y="3372565"/>
              <a:chExt cx="564604" cy="564604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6569A861-69E7-4427-8C88-794E9A556F45}"/>
                  </a:ext>
                </a:extLst>
              </p:cNvPr>
              <p:cNvSpPr/>
              <p:nvPr/>
            </p:nvSpPr>
            <p:spPr>
              <a:xfrm>
                <a:off x="932329" y="3372565"/>
                <a:ext cx="564604" cy="564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69DF35E-D71F-4968-817C-FDA1E4DAF04A}"/>
                  </a:ext>
                </a:extLst>
              </p:cNvPr>
              <p:cNvSpPr txBox="1"/>
              <p:nvPr/>
            </p:nvSpPr>
            <p:spPr>
              <a:xfrm>
                <a:off x="1049361" y="345481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40474D"/>
                    </a:solidFill>
                  </a:rPr>
                  <a:t>3</a:t>
                </a:r>
                <a:endParaRPr lang="ko-KR" altLang="en-US" sz="2000" b="1" dirty="0">
                  <a:solidFill>
                    <a:srgbClr val="40474D"/>
                  </a:solidFill>
                </a:endParaRPr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87D46E3-FA2F-48A0-A451-210F8BF8F8D3}"/>
              </a:ext>
            </a:extLst>
          </p:cNvPr>
          <p:cNvGrpSpPr/>
          <p:nvPr/>
        </p:nvGrpSpPr>
        <p:grpSpPr>
          <a:xfrm>
            <a:off x="6503231" y="2144163"/>
            <a:ext cx="3735299" cy="564604"/>
            <a:chOff x="6274629" y="1885386"/>
            <a:chExt cx="3735299" cy="56460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4D5A94-FA8E-40C8-AA95-76A9AD9011F0}"/>
                </a:ext>
              </a:extLst>
            </p:cNvPr>
            <p:cNvSpPr txBox="1"/>
            <p:nvPr/>
          </p:nvSpPr>
          <p:spPr>
            <a:xfrm>
              <a:off x="7051154" y="1958081"/>
              <a:ext cx="2958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2000">
                  <a:latin typeface="HY바다M" panose="02030600000101010101" pitchFamily="18" charset="-127"/>
                  <a:ea typeface="HY바다M" panose="02030600000101010101" pitchFamily="18" charset="-127"/>
                </a:defRPr>
              </a:lvl1pPr>
            </a:lstStyle>
            <a:p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클래스 다이어그램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F433491-177B-4AFD-97EB-3F8A153AAF39}"/>
                </a:ext>
              </a:extLst>
            </p:cNvPr>
            <p:cNvGrpSpPr/>
            <p:nvPr/>
          </p:nvGrpSpPr>
          <p:grpSpPr>
            <a:xfrm>
              <a:off x="6274629" y="1885386"/>
              <a:ext cx="564604" cy="564604"/>
              <a:chOff x="932328" y="4131919"/>
              <a:chExt cx="564604" cy="564604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A7A2F98-732F-4F25-820C-35377E33AABB}"/>
                  </a:ext>
                </a:extLst>
              </p:cNvPr>
              <p:cNvSpPr/>
              <p:nvPr/>
            </p:nvSpPr>
            <p:spPr>
              <a:xfrm>
                <a:off x="932328" y="4131919"/>
                <a:ext cx="564604" cy="564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37A05C-15D1-4AD9-AA9A-DDA1303FB950}"/>
                  </a:ext>
                </a:extLst>
              </p:cNvPr>
              <p:cNvSpPr txBox="1"/>
              <p:nvPr/>
            </p:nvSpPr>
            <p:spPr>
              <a:xfrm>
                <a:off x="1049360" y="4214166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40474D"/>
                    </a:solidFill>
                  </a:rPr>
                  <a:t>6</a:t>
                </a:r>
                <a:endParaRPr lang="ko-KR" altLang="en-US" sz="2000" b="1" dirty="0">
                  <a:solidFill>
                    <a:srgbClr val="40474D"/>
                  </a:solidFill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4A42BB1-B912-4752-8402-C584FE5C9744}"/>
              </a:ext>
            </a:extLst>
          </p:cNvPr>
          <p:cNvGrpSpPr/>
          <p:nvPr/>
        </p:nvGrpSpPr>
        <p:grpSpPr>
          <a:xfrm>
            <a:off x="6503231" y="2935436"/>
            <a:ext cx="3891341" cy="564604"/>
            <a:chOff x="6274631" y="2701013"/>
            <a:chExt cx="3891341" cy="56460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8AE8FD-0B37-420B-B9B4-84ACF0B95AE1}"/>
                </a:ext>
              </a:extLst>
            </p:cNvPr>
            <p:cNvSpPr txBox="1"/>
            <p:nvPr/>
          </p:nvSpPr>
          <p:spPr>
            <a:xfrm>
              <a:off x="7051154" y="2765062"/>
              <a:ext cx="3114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2000">
                  <a:latin typeface="HY바다M" panose="02030600000101010101" pitchFamily="18" charset="-127"/>
                  <a:ea typeface="HY바다M" panose="02030600000101010101" pitchFamily="18" charset="-127"/>
                </a:defRPr>
              </a:lvl1pPr>
            </a:lstStyle>
            <a:p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시퀀스 다이어그램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DA38BB6D-4F3F-4DB1-8EED-C761A2F00995}"/>
                </a:ext>
              </a:extLst>
            </p:cNvPr>
            <p:cNvGrpSpPr/>
            <p:nvPr/>
          </p:nvGrpSpPr>
          <p:grpSpPr>
            <a:xfrm>
              <a:off x="6274631" y="2701013"/>
              <a:ext cx="564604" cy="564604"/>
              <a:chOff x="932329" y="4899919"/>
              <a:chExt cx="564604" cy="564604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02F01E1-B472-4595-A40F-BC77FBAEF195}"/>
                  </a:ext>
                </a:extLst>
              </p:cNvPr>
              <p:cNvSpPr/>
              <p:nvPr/>
            </p:nvSpPr>
            <p:spPr>
              <a:xfrm>
                <a:off x="932329" y="4899919"/>
                <a:ext cx="564604" cy="564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3D67B3-B099-49E0-B9EF-E32AAC250B99}"/>
                  </a:ext>
                </a:extLst>
              </p:cNvPr>
              <p:cNvSpPr txBox="1"/>
              <p:nvPr/>
            </p:nvSpPr>
            <p:spPr>
              <a:xfrm>
                <a:off x="1049361" y="4982166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40474D"/>
                    </a:solidFill>
                  </a:rPr>
                  <a:t>7</a:t>
                </a:r>
                <a:endParaRPr lang="ko-KR" altLang="en-US" sz="2000" b="1" dirty="0">
                  <a:solidFill>
                    <a:srgbClr val="40474D"/>
                  </a:solidFill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52D726F-D786-47A5-9596-B4820D37033D}"/>
              </a:ext>
            </a:extLst>
          </p:cNvPr>
          <p:cNvGrpSpPr/>
          <p:nvPr/>
        </p:nvGrpSpPr>
        <p:grpSpPr>
          <a:xfrm>
            <a:off x="6503231" y="5304178"/>
            <a:ext cx="3717672" cy="564604"/>
            <a:chOff x="6292256" y="4955535"/>
            <a:chExt cx="3717672" cy="56460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97C53D7-866A-435A-8A9D-6A430DCFDE00}"/>
                </a:ext>
              </a:extLst>
            </p:cNvPr>
            <p:cNvGrpSpPr/>
            <p:nvPr/>
          </p:nvGrpSpPr>
          <p:grpSpPr>
            <a:xfrm>
              <a:off x="6292256" y="4955535"/>
              <a:ext cx="564604" cy="564604"/>
              <a:chOff x="949954" y="5659273"/>
              <a:chExt cx="564604" cy="564604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CE2D4F64-E35A-47D0-AB5E-BF0CA8CEEF32}"/>
                  </a:ext>
                </a:extLst>
              </p:cNvPr>
              <p:cNvSpPr/>
              <p:nvPr/>
            </p:nvSpPr>
            <p:spPr>
              <a:xfrm>
                <a:off x="949954" y="5659273"/>
                <a:ext cx="564604" cy="564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59F973-F22D-43C7-8245-BDA8BE00841C}"/>
                  </a:ext>
                </a:extLst>
              </p:cNvPr>
              <p:cNvSpPr txBox="1"/>
              <p:nvPr/>
            </p:nvSpPr>
            <p:spPr>
              <a:xfrm>
                <a:off x="990844" y="574152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40474D"/>
                    </a:solidFill>
                  </a:rPr>
                  <a:t>10</a:t>
                </a:r>
                <a:endParaRPr lang="ko-KR" altLang="en-US" sz="2000" b="1" dirty="0">
                  <a:solidFill>
                    <a:srgbClr val="40474D"/>
                  </a:solidFill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BD6D305-6117-4D59-9AFB-88DEF26B762B}"/>
                </a:ext>
              </a:extLst>
            </p:cNvPr>
            <p:cNvSpPr txBox="1"/>
            <p:nvPr/>
          </p:nvSpPr>
          <p:spPr>
            <a:xfrm>
              <a:off x="7051154" y="5012718"/>
              <a:ext cx="2958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2000">
                  <a:latin typeface="HY바다M" panose="02030600000101010101" pitchFamily="18" charset="-127"/>
                  <a:ea typeface="HY바다M" panose="02030600000101010101" pitchFamily="18" charset="-127"/>
                </a:defRPr>
              </a:lvl1pPr>
            </a:lstStyle>
            <a:p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기타 요구사항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29CBD85-DD52-4983-9334-5FD83FB1B150}"/>
              </a:ext>
            </a:extLst>
          </p:cNvPr>
          <p:cNvGrpSpPr/>
          <p:nvPr/>
        </p:nvGrpSpPr>
        <p:grpSpPr>
          <a:xfrm>
            <a:off x="1167846" y="2143528"/>
            <a:ext cx="3736717" cy="565874"/>
            <a:chOff x="930912" y="1885249"/>
            <a:chExt cx="3736717" cy="565874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82BC4DD-74B5-48B1-8D3A-41B16F23BD9E}"/>
                </a:ext>
              </a:extLst>
            </p:cNvPr>
            <p:cNvGrpSpPr/>
            <p:nvPr/>
          </p:nvGrpSpPr>
          <p:grpSpPr>
            <a:xfrm>
              <a:off x="930912" y="1885249"/>
              <a:ext cx="565874" cy="565874"/>
              <a:chOff x="930912" y="1885249"/>
              <a:chExt cx="565874" cy="565874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1617E0FF-5B29-478C-94B9-61F9D88A4CDF}"/>
                  </a:ext>
                </a:extLst>
              </p:cNvPr>
              <p:cNvSpPr/>
              <p:nvPr/>
            </p:nvSpPr>
            <p:spPr>
              <a:xfrm>
                <a:off x="930912" y="1885249"/>
                <a:ext cx="565874" cy="5658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8D9867-0483-4D29-B307-71C21C6BFF6B}"/>
                  </a:ext>
                </a:extLst>
              </p:cNvPr>
              <p:cNvSpPr txBox="1"/>
              <p:nvPr/>
            </p:nvSpPr>
            <p:spPr>
              <a:xfrm>
                <a:off x="1048579" y="1968131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40474D"/>
                    </a:solidFill>
                  </a:rPr>
                  <a:t>1</a:t>
                </a:r>
                <a:endParaRPr lang="ko-KR" altLang="en-US" sz="2000" b="1" dirty="0">
                  <a:solidFill>
                    <a:srgbClr val="40474D"/>
                  </a:solidFill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84C5736-49ED-4C26-BE5E-ECFF626A905A}"/>
                </a:ext>
              </a:extLst>
            </p:cNvPr>
            <p:cNvSpPr txBox="1"/>
            <p:nvPr/>
          </p:nvSpPr>
          <p:spPr>
            <a:xfrm>
              <a:off x="1708855" y="1968131"/>
              <a:ext cx="2958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600"/>
              </a:lvl1pPr>
            </a:lstStyle>
            <a:p>
              <a:r>
                <a:rPr lang="ko-KR" altLang="en-US" sz="2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개요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C4B248-A732-40FD-AB31-532338BF701C}"/>
              </a:ext>
            </a:extLst>
          </p:cNvPr>
          <p:cNvGrpSpPr/>
          <p:nvPr/>
        </p:nvGrpSpPr>
        <p:grpSpPr>
          <a:xfrm>
            <a:off x="1167846" y="2934801"/>
            <a:ext cx="3736717" cy="565874"/>
            <a:chOff x="930912" y="2682180"/>
            <a:chExt cx="3736717" cy="565874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1A48960-79DB-4EE0-8509-DF9E03236E03}"/>
                </a:ext>
              </a:extLst>
            </p:cNvPr>
            <p:cNvGrpSpPr/>
            <p:nvPr/>
          </p:nvGrpSpPr>
          <p:grpSpPr>
            <a:xfrm>
              <a:off x="930912" y="2682180"/>
              <a:ext cx="565874" cy="565874"/>
              <a:chOff x="930912" y="1885249"/>
              <a:chExt cx="565874" cy="565874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CC5A182D-69C8-4508-A1F9-14CDE6420CFE}"/>
                  </a:ext>
                </a:extLst>
              </p:cNvPr>
              <p:cNvSpPr/>
              <p:nvPr/>
            </p:nvSpPr>
            <p:spPr>
              <a:xfrm>
                <a:off x="930912" y="1885249"/>
                <a:ext cx="565874" cy="5658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79CCF97-0103-4731-A746-16021446AE2C}"/>
                  </a:ext>
                </a:extLst>
              </p:cNvPr>
              <p:cNvSpPr txBox="1"/>
              <p:nvPr/>
            </p:nvSpPr>
            <p:spPr>
              <a:xfrm>
                <a:off x="1048579" y="1968131"/>
                <a:ext cx="3337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40474D"/>
                    </a:solidFill>
                  </a:rPr>
                  <a:t>2</a:t>
                </a:r>
                <a:endParaRPr lang="ko-KR" altLang="en-US" sz="2000" b="1" dirty="0">
                  <a:solidFill>
                    <a:srgbClr val="40474D"/>
                  </a:solidFill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A2D6B8-A34E-4404-9EA0-F7A2A743A6BC}"/>
                </a:ext>
              </a:extLst>
            </p:cNvPr>
            <p:cNvSpPr txBox="1"/>
            <p:nvPr/>
          </p:nvSpPr>
          <p:spPr>
            <a:xfrm>
              <a:off x="1708855" y="2765062"/>
              <a:ext cx="2958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600"/>
              </a:lvl1pPr>
            </a:lstStyle>
            <a:p>
              <a:r>
                <a:rPr lang="ko-KR" altLang="en-US" sz="2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문제 설명서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8BE3BDC-A1E7-4E4C-B12D-74ACABDB5D2F}"/>
              </a:ext>
            </a:extLst>
          </p:cNvPr>
          <p:cNvGrpSpPr/>
          <p:nvPr/>
        </p:nvGrpSpPr>
        <p:grpSpPr>
          <a:xfrm>
            <a:off x="1167846" y="5304178"/>
            <a:ext cx="3735299" cy="564604"/>
            <a:chOff x="948998" y="5165142"/>
            <a:chExt cx="3735299" cy="56460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80B594A-5AF8-4BB2-9544-05A4E63F224C}"/>
                </a:ext>
              </a:extLst>
            </p:cNvPr>
            <p:cNvSpPr txBox="1"/>
            <p:nvPr/>
          </p:nvSpPr>
          <p:spPr>
            <a:xfrm>
              <a:off x="1725523" y="5237837"/>
              <a:ext cx="2958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2000">
                  <a:latin typeface="HY바다M" panose="02030600000101010101" pitchFamily="18" charset="-127"/>
                  <a:ea typeface="HY바다M" panose="02030600000101010101" pitchFamily="18" charset="-127"/>
                </a:defRPr>
              </a:lvl1pPr>
            </a:lstStyle>
            <a:p>
              <a:r>
                <a:rPr lang="ko-KR" altLang="en-US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유스케이스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식별자 목록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FB8CE172-9C2F-418C-A015-42351697CD48}"/>
                </a:ext>
              </a:extLst>
            </p:cNvPr>
            <p:cNvGrpSpPr/>
            <p:nvPr/>
          </p:nvGrpSpPr>
          <p:grpSpPr>
            <a:xfrm>
              <a:off x="948998" y="5165142"/>
              <a:ext cx="564604" cy="564604"/>
              <a:chOff x="932328" y="4131919"/>
              <a:chExt cx="564604" cy="564604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33F9117E-5ACA-4F33-808A-C7975CBAADF9}"/>
                  </a:ext>
                </a:extLst>
              </p:cNvPr>
              <p:cNvSpPr/>
              <p:nvPr/>
            </p:nvSpPr>
            <p:spPr>
              <a:xfrm>
                <a:off x="932328" y="4131919"/>
                <a:ext cx="564604" cy="564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21890FA-F1BF-4526-ACBE-C2ECD8CD7B0A}"/>
                  </a:ext>
                </a:extLst>
              </p:cNvPr>
              <p:cNvSpPr txBox="1"/>
              <p:nvPr/>
            </p:nvSpPr>
            <p:spPr>
              <a:xfrm>
                <a:off x="1049360" y="4214166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40474D"/>
                    </a:solidFill>
                  </a:rPr>
                  <a:t>5</a:t>
                </a:r>
                <a:endParaRPr lang="ko-KR" altLang="en-US" sz="2000" b="1" dirty="0">
                  <a:solidFill>
                    <a:srgbClr val="40474D"/>
                  </a:solidFill>
                </a:endParaRP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7B68F2C3-4617-4837-9CEE-79B6C5EFEDFE}"/>
              </a:ext>
            </a:extLst>
          </p:cNvPr>
          <p:cNvGrpSpPr/>
          <p:nvPr/>
        </p:nvGrpSpPr>
        <p:grpSpPr>
          <a:xfrm>
            <a:off x="6503231" y="3703985"/>
            <a:ext cx="3891341" cy="564604"/>
            <a:chOff x="6274631" y="3428725"/>
            <a:chExt cx="3891341" cy="56460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A409479-47B2-499E-BC62-F0C272E8FEB1}"/>
                </a:ext>
              </a:extLst>
            </p:cNvPr>
            <p:cNvSpPr txBox="1"/>
            <p:nvPr/>
          </p:nvSpPr>
          <p:spPr>
            <a:xfrm>
              <a:off x="7051154" y="3492774"/>
              <a:ext cx="3114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2000">
                  <a:latin typeface="HY바다M" panose="02030600000101010101" pitchFamily="18" charset="-127"/>
                  <a:ea typeface="HY바다M" panose="02030600000101010101" pitchFamily="18" charset="-127"/>
                </a:defRPr>
              </a:lvl1pPr>
            </a:lstStyle>
            <a:p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데이터 베이스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BE7B8C8E-3AA2-48E6-A8C1-56CD7F7F6222}"/>
                </a:ext>
              </a:extLst>
            </p:cNvPr>
            <p:cNvGrpSpPr/>
            <p:nvPr/>
          </p:nvGrpSpPr>
          <p:grpSpPr>
            <a:xfrm>
              <a:off x="6274631" y="3428725"/>
              <a:ext cx="564604" cy="564604"/>
              <a:chOff x="932329" y="4899919"/>
              <a:chExt cx="564604" cy="564604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3CA756AA-EF42-43B2-9540-7D03D87AF41E}"/>
                  </a:ext>
                </a:extLst>
              </p:cNvPr>
              <p:cNvSpPr/>
              <p:nvPr/>
            </p:nvSpPr>
            <p:spPr>
              <a:xfrm>
                <a:off x="932329" y="4899919"/>
                <a:ext cx="564604" cy="564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36DDCD0-DE44-46DF-AE28-0F534AB42BAB}"/>
                  </a:ext>
                </a:extLst>
              </p:cNvPr>
              <p:cNvSpPr txBox="1"/>
              <p:nvPr/>
            </p:nvSpPr>
            <p:spPr>
              <a:xfrm>
                <a:off x="1049361" y="4982166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40474D"/>
                    </a:solidFill>
                  </a:rPr>
                  <a:t>8</a:t>
                </a:r>
                <a:endParaRPr lang="ko-KR" altLang="en-US" sz="2000" b="1" dirty="0">
                  <a:solidFill>
                    <a:srgbClr val="40474D"/>
                  </a:solidFill>
                </a:endParaRPr>
              </a:p>
            </p:txBody>
          </p:sp>
        </p:grp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EE3979A-5FDE-4420-A713-131B9F75EE7C}"/>
              </a:ext>
            </a:extLst>
          </p:cNvPr>
          <p:cNvGrpSpPr/>
          <p:nvPr/>
        </p:nvGrpSpPr>
        <p:grpSpPr>
          <a:xfrm>
            <a:off x="6503231" y="4499752"/>
            <a:ext cx="3891341" cy="564604"/>
            <a:chOff x="6274631" y="4200652"/>
            <a:chExt cx="3891341" cy="56460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4E5901A-E988-47AC-8D07-14E55B98914B}"/>
                </a:ext>
              </a:extLst>
            </p:cNvPr>
            <p:cNvSpPr txBox="1"/>
            <p:nvPr/>
          </p:nvSpPr>
          <p:spPr>
            <a:xfrm>
              <a:off x="7051154" y="4264701"/>
              <a:ext cx="3114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2000">
                  <a:latin typeface="HY바다M" panose="02030600000101010101" pitchFamily="18" charset="-127"/>
                  <a:ea typeface="HY바다M" panose="02030600000101010101" pitchFamily="18" charset="-127"/>
                </a:defRPr>
              </a:lvl1pPr>
            </a:lstStyle>
            <a:p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속성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&amp;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오퍼레이션 정의</a:t>
              </a: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7607DD2F-482F-4C56-803C-A546CE84603F}"/>
                </a:ext>
              </a:extLst>
            </p:cNvPr>
            <p:cNvGrpSpPr/>
            <p:nvPr/>
          </p:nvGrpSpPr>
          <p:grpSpPr>
            <a:xfrm>
              <a:off x="6274631" y="4200652"/>
              <a:ext cx="564604" cy="564604"/>
              <a:chOff x="932329" y="4899919"/>
              <a:chExt cx="564604" cy="564604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96A80361-3AA3-4D6E-9DAE-F95C60B36320}"/>
                  </a:ext>
                </a:extLst>
              </p:cNvPr>
              <p:cNvSpPr/>
              <p:nvPr/>
            </p:nvSpPr>
            <p:spPr>
              <a:xfrm>
                <a:off x="932329" y="4899919"/>
                <a:ext cx="564604" cy="564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B9BA335-7D08-48DC-9B30-3B4B900C7561}"/>
                  </a:ext>
                </a:extLst>
              </p:cNvPr>
              <p:cNvSpPr txBox="1"/>
              <p:nvPr/>
            </p:nvSpPr>
            <p:spPr>
              <a:xfrm>
                <a:off x="1049361" y="4982166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40474D"/>
                    </a:solidFill>
                  </a:rPr>
                  <a:t>9</a:t>
                </a:r>
                <a:endParaRPr lang="ko-KR" altLang="en-US" sz="2000" b="1" dirty="0">
                  <a:solidFill>
                    <a:srgbClr val="40474D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610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1544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개요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666B18A-B595-4EC3-B782-B7F718CCA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803" y="1388471"/>
            <a:ext cx="1412646" cy="14126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145524-496A-4167-A9C4-E3B8C4F5185D}"/>
              </a:ext>
            </a:extLst>
          </p:cNvPr>
          <p:cNvSpPr txBox="1"/>
          <p:nvPr/>
        </p:nvSpPr>
        <p:spPr>
          <a:xfrm>
            <a:off x="8585045" y="4636729"/>
            <a:ext cx="24598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for User</a:t>
            </a:r>
          </a:p>
          <a:p>
            <a:pPr algn="ctr"/>
            <a:endParaRPr lang="en-US" altLang="ko-KR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사용자가 원하는 대로 </a:t>
            </a:r>
            <a:endParaRPr lang="en-US" altLang="ko-KR" sz="16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ESL</a:t>
            </a: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</a:t>
            </a:r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배치된 위치를 </a:t>
            </a:r>
            <a:endParaRPr lang="en-US" altLang="ko-KR" sz="16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편리하게 예약하는 기능</a:t>
            </a:r>
            <a:endParaRPr lang="en-US" altLang="ko-KR" sz="16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7E3162-2A5C-4AB3-8C34-BFAFF3E7D3D5}"/>
              </a:ext>
            </a:extLst>
          </p:cNvPr>
          <p:cNvSpPr txBox="1"/>
          <p:nvPr/>
        </p:nvSpPr>
        <p:spPr>
          <a:xfrm>
            <a:off x="2006383" y="2865943"/>
            <a:ext cx="10279310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저희 팀은 </a:t>
            </a:r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ESL</a:t>
            </a: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이용한 예약서비스 구현 과제를 수행하기 위해 </a:t>
            </a:r>
            <a:endParaRPr lang="en-US" altLang="ko-KR" sz="16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다음과 같은 기능들을 가진 높은 범용성과 자유도를 지닌 플랫폼 서비스를 </a:t>
            </a:r>
            <a:r>
              <a:rPr lang="ko-KR" altLang="en-US" sz="16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기획</a:t>
            </a:r>
            <a:r>
              <a:rPr lang="ko-KR" altLang="en-US" sz="1600" b="1" dirty="0" err="1">
                <a:solidFill>
                  <a:srgbClr val="C0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했었습니다</a:t>
            </a:r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6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724628-C341-44FC-A4B5-054A55A5B195}"/>
              </a:ext>
            </a:extLst>
          </p:cNvPr>
          <p:cNvSpPr txBox="1"/>
          <p:nvPr/>
        </p:nvSpPr>
        <p:spPr>
          <a:xfrm>
            <a:off x="3554546" y="4631440"/>
            <a:ext cx="29395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for</a:t>
            </a:r>
            <a:r>
              <a:rPr lang="ko-KR" altLang="en-US" sz="2400" b="1" dirty="0">
                <a:solidFill>
                  <a:schemeClr val="accent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2400" b="1" dirty="0">
                <a:solidFill>
                  <a:schemeClr val="accent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Admin</a:t>
            </a:r>
          </a:p>
          <a:p>
            <a:pPr algn="ctr"/>
            <a:endParaRPr lang="en-US" altLang="ko-KR" sz="18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관리자가 원하는 대로 </a:t>
            </a:r>
            <a:endParaRPr lang="en-US" altLang="ko-KR" sz="16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ESL</a:t>
            </a: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배치를 하고 </a:t>
            </a:r>
            <a:endParaRPr lang="en-US" altLang="ko-KR" sz="16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쉽게 수정 가능하게</a:t>
            </a:r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하는 기능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7DF3B23-4155-43E1-86F6-F8DE76B90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045" y="4115975"/>
            <a:ext cx="10800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59179C29-78D9-4EA1-9D48-364754DED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827" y="3992986"/>
            <a:ext cx="1080000" cy="1080000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11DED591-2DAC-4ED8-9E42-31DB0F0826E5}"/>
              </a:ext>
            </a:extLst>
          </p:cNvPr>
          <p:cNvSpPr/>
          <p:nvPr/>
        </p:nvSpPr>
        <p:spPr>
          <a:xfrm>
            <a:off x="3065818" y="3791069"/>
            <a:ext cx="3363985" cy="2428990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B39E08F-680B-4B60-BACF-7CA0873BB6F8}"/>
              </a:ext>
            </a:extLst>
          </p:cNvPr>
          <p:cNvSpPr/>
          <p:nvPr/>
        </p:nvSpPr>
        <p:spPr>
          <a:xfrm>
            <a:off x="7847399" y="3791069"/>
            <a:ext cx="3363985" cy="2428990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DA5B1D0-65AE-49BC-8019-D3A2192C1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489400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유스케이스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유스케이스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17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1544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A3F0F2-06A3-4C92-A09B-3721A3381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86" y="2288987"/>
            <a:ext cx="2768367" cy="27683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D8EBB0-2755-425E-9851-F445AA95049E}"/>
              </a:ext>
            </a:extLst>
          </p:cNvPr>
          <p:cNvSpPr txBox="1"/>
          <p:nvPr/>
        </p:nvSpPr>
        <p:spPr>
          <a:xfrm>
            <a:off x="5366153" y="3073006"/>
            <a:ext cx="6434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그래서 저희가 재기획한 프로젝트의 서비스 영역은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endParaRPr lang="en-US" altLang="ko-KR" sz="3200" dirty="0">
              <a:solidFill>
                <a:schemeClr val="accent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입니다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19AA1-3A1D-4A5C-AD54-406FFF6BCDE1}"/>
              </a:ext>
            </a:extLst>
          </p:cNvPr>
          <p:cNvSpPr txBox="1"/>
          <p:nvPr/>
        </p:nvSpPr>
        <p:spPr>
          <a:xfrm>
            <a:off x="5979084" y="3411560"/>
            <a:ext cx="6132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전시장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박람회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부스 매니지먼트 서비스</a:t>
            </a:r>
            <a:endParaRPr lang="ko-KR" altLang="en-US" sz="28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DA248AC-1BE4-4B9B-813D-8C654CF71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041822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유스케이스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유스케이스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68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8B8DD7A4-335D-4F4E-9AD0-D48F82D47256}"/>
              </a:ext>
            </a:extLst>
          </p:cNvPr>
          <p:cNvCxnSpPr>
            <a:cxnSpLocks/>
          </p:cNvCxnSpPr>
          <p:nvPr/>
        </p:nvCxnSpPr>
        <p:spPr>
          <a:xfrm>
            <a:off x="1774209" y="961439"/>
            <a:ext cx="10417791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1B90FAA-3834-4D1E-AF02-8B05E358B8A7}"/>
              </a:ext>
            </a:extLst>
          </p:cNvPr>
          <p:cNvCxnSpPr>
            <a:cxnSpLocks/>
          </p:cNvCxnSpPr>
          <p:nvPr/>
        </p:nvCxnSpPr>
        <p:spPr>
          <a:xfrm>
            <a:off x="1774209" y="1135104"/>
            <a:ext cx="10417791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4C0E52E-0898-4651-AAEA-2EDC4310D5A9}"/>
              </a:ext>
            </a:extLst>
          </p:cNvPr>
          <p:cNvSpPr txBox="1"/>
          <p:nvPr/>
        </p:nvSpPr>
        <p:spPr>
          <a:xfrm>
            <a:off x="1774209" y="271845"/>
            <a:ext cx="2377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6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</a:t>
            </a:r>
            <a:endParaRPr lang="ko-KR" altLang="en-US" sz="32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B3CDF2-47D1-4ED6-A75C-4D9EDB7FE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739" y="54552"/>
            <a:ext cx="7825052" cy="6803448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DFBCBA2-BA8C-4E5F-8128-9AB9CD8A6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041822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유스케이스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유스케이스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60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문제 설명서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0" y="1840002"/>
            <a:ext cx="8848165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박람회 종합 관리 시스템은 박람회에 참가하고자 하는 기업들의 부스 예약 과정 지원과 박람회의 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종합 관리 서비스이다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</a:p>
          <a:p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박람회 관리자는 박람회 내부 요소들을 종합적으로 관리할 수 있으며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참여 기업 회원들은 부스 예약과 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대여할 수 있다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박람회 종합 관리 시스템의 사용자는 박람회 관리자와 박람회 참여 기업 회원들로 나뉜다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박람회 관리자는 박람회 부스 사양을 게시하고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참여 기업 관계자 회원정보들을 관리하고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전시장의  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들의 현황들을 확인하고 관리할 수 있다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</a:p>
          <a:p>
            <a:endParaRPr lang="en-US" altLang="ko-KR" sz="17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박람회 참여 기업 회원들은 회원가입을 하여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종합 전시장에서 열리는 여러 테마의 박람회들 중에 참가하고자 하는 박람회를 선택하여 부스를 예약하고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기업의 소개와 상품들의 소개를 표시하는 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내용들을 수정하여 게시할 수 있다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 배치도 열람 및 해당 부스를 예약한 기업 정보 열람은 회원가입을 해야 가능하다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기업은 부스 예약을 할 때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개인 정보를 입력하고 각 </a:t>
            </a:r>
            <a:r>
              <a:rPr lang="ko-KR" altLang="en-US" sz="17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부스별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최대 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대여 개수를 확인하여 결제를 진행해야 한다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 예약할 때와 별도로 추가적인 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기기의 사용을 원할 경우 추가 결제가 필요하다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6D6F5-0B2E-46E0-A398-8A76D9C3DC54}"/>
              </a:ext>
            </a:extLst>
          </p:cNvPr>
          <p:cNvSpPr txBox="1"/>
          <p:nvPr/>
        </p:nvSpPr>
        <p:spPr>
          <a:xfrm>
            <a:off x="2115670" y="1378337"/>
            <a:ext cx="5502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박람회 종합 관리 시스템 문제설명서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B6D9868-1116-484E-B097-A77D69310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935361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유스케이스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유스케이스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88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C6EE15-E6C4-41F1-8C13-87C098532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355" y="2638816"/>
            <a:ext cx="1571125" cy="15711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31DD574-59AE-4F5A-A7C9-0FDAC3622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409" y="1643599"/>
            <a:ext cx="1080000" cy="108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7442AD-5494-4187-92CF-F593FF4F8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114" y="4004461"/>
            <a:ext cx="1322034" cy="132203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7B4A5954-5403-4A40-AB6D-F8D605005555}"/>
              </a:ext>
            </a:extLst>
          </p:cNvPr>
          <p:cNvGrpSpPr/>
          <p:nvPr/>
        </p:nvGrpSpPr>
        <p:grpSpPr>
          <a:xfrm>
            <a:off x="14028540" y="7454637"/>
            <a:ext cx="5040535" cy="2882751"/>
            <a:chOff x="6800945" y="2062629"/>
            <a:chExt cx="5040535" cy="2882751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93DB932-C7A6-4267-B8CA-BE9272927572}"/>
                </a:ext>
              </a:extLst>
            </p:cNvPr>
            <p:cNvSpPr/>
            <p:nvPr/>
          </p:nvSpPr>
          <p:spPr>
            <a:xfrm>
              <a:off x="6800945" y="2062629"/>
              <a:ext cx="5040535" cy="2882751"/>
            </a:xfrm>
            <a:prstGeom prst="roundRect">
              <a:avLst>
                <a:gd name="adj" fmla="val 2352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15E55B3-B7D5-4711-B47D-22B5DC573E5A}"/>
                </a:ext>
              </a:extLst>
            </p:cNvPr>
            <p:cNvSpPr/>
            <p:nvPr/>
          </p:nvSpPr>
          <p:spPr>
            <a:xfrm>
              <a:off x="6939898" y="2215029"/>
              <a:ext cx="4744102" cy="2572871"/>
            </a:xfrm>
            <a:prstGeom prst="rect">
              <a:avLst/>
            </a:prstGeom>
            <a:solidFill>
              <a:srgbClr val="F3F3F3">
                <a:alpha val="57647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087AB1-4868-47C1-97D9-43CFDF83CD5E}"/>
                </a:ext>
              </a:extLst>
            </p:cNvPr>
            <p:cNvSpPr txBox="1"/>
            <p:nvPr/>
          </p:nvSpPr>
          <p:spPr>
            <a:xfrm>
              <a:off x="7141602" y="2627821"/>
              <a:ext cx="304379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 err="1">
                  <a:latin typeface="Aharoni" panose="02010803020104030203" pitchFamily="2" charset="-79"/>
                  <a:cs typeface="Aharoni" panose="02010803020104030203" pitchFamily="2" charset="-79"/>
                </a:rPr>
                <a:t>CampingGas</a:t>
              </a:r>
              <a:endParaRPr lang="en-US" altLang="ko-KR" sz="32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r>
                <a:rPr lang="en-US" altLang="ko-KR" sz="3200" dirty="0">
                  <a:latin typeface="Aharoni" panose="02010803020104030203" pitchFamily="2" charset="-79"/>
                  <a:cs typeface="Aharoni" panose="02010803020104030203" pitchFamily="2" charset="-79"/>
                </a:rPr>
                <a:t>$35</a:t>
              </a:r>
              <a:endParaRPr lang="ko-KR" altLang="en-US" sz="32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D81813D-7D04-4F5C-BDF9-DBCCDE45ADC5}"/>
                </a:ext>
              </a:extLst>
            </p:cNvPr>
            <p:cNvSpPr/>
            <p:nvPr/>
          </p:nvSpPr>
          <p:spPr>
            <a:xfrm>
              <a:off x="6939898" y="4045284"/>
              <a:ext cx="4744102" cy="1951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49AC5EC-ACCD-4792-8B2A-6A6FB3E8F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5399" y="2750391"/>
              <a:ext cx="869854" cy="86985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F74C4B-FEDA-46B9-B14D-A39A4BB30473}"/>
                </a:ext>
              </a:extLst>
            </p:cNvPr>
            <p:cNvSpPr txBox="1"/>
            <p:nvPr/>
          </p:nvSpPr>
          <p:spPr>
            <a:xfrm>
              <a:off x="9817971" y="4353689"/>
              <a:ext cx="12443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Aharoni" panose="02010803020104030203" pitchFamily="2" charset="-79"/>
                  <a:cs typeface="Aharoni" panose="02010803020104030203" pitchFamily="2" charset="-79"/>
                </a:rPr>
                <a:t>FIVESTAR</a:t>
              </a:r>
              <a:r>
                <a:rPr lang="en-US" altLang="ko-KR" dirty="0"/>
                <a:t>  </a:t>
              </a:r>
              <a:endParaRPr lang="ko-KR" altLang="en-US" dirty="0"/>
            </a:p>
          </p:txBody>
        </p:sp>
        <p:pic>
          <p:nvPicPr>
            <p:cNvPr id="17" name="그래픽 16" descr="조리개 단색으로 채워진">
              <a:extLst>
                <a:ext uri="{FF2B5EF4-FFF2-40B4-BE49-F238E27FC236}">
                  <a16:creationId xmlns:a16="http://schemas.microsoft.com/office/drawing/2014/main" id="{5D864010-97B2-4D99-85EF-4DA0935E5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980121" y="4290556"/>
              <a:ext cx="495599" cy="495599"/>
            </a:xfrm>
            <a:prstGeom prst="rect">
              <a:avLst/>
            </a:prstGeom>
          </p:spPr>
        </p:pic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2C7F3C98-0014-43DE-8D90-CFD29EB4BE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6081" y="4165420"/>
            <a:ext cx="1940992" cy="1127196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F4E1620-11EE-466F-8573-9EC8F8DEE8AC}"/>
              </a:ext>
            </a:extLst>
          </p:cNvPr>
          <p:cNvCxnSpPr/>
          <p:nvPr/>
        </p:nvCxnSpPr>
        <p:spPr>
          <a:xfrm flipH="1">
            <a:off x="8264324" y="3249894"/>
            <a:ext cx="381965" cy="465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D0595FA-6ECC-468B-932E-A76429830593}"/>
              </a:ext>
            </a:extLst>
          </p:cNvPr>
          <p:cNvCxnSpPr>
            <a:cxnSpLocks/>
          </p:cNvCxnSpPr>
          <p:nvPr/>
        </p:nvCxnSpPr>
        <p:spPr>
          <a:xfrm>
            <a:off x="9954646" y="3230891"/>
            <a:ext cx="334535" cy="4627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5A5D96D3-967E-4727-A4F1-838A481F69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461" y="1952274"/>
            <a:ext cx="1080000" cy="1080000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3F42D1F-7D9D-42C3-8C20-8AEBB090F3B6}"/>
              </a:ext>
            </a:extLst>
          </p:cNvPr>
          <p:cNvCxnSpPr>
            <a:cxnSpLocks/>
          </p:cNvCxnSpPr>
          <p:nvPr/>
        </p:nvCxnSpPr>
        <p:spPr>
          <a:xfrm>
            <a:off x="6261208" y="4471312"/>
            <a:ext cx="0" cy="23866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6ADEF62-491E-46EE-9CD3-E995AEE67B53}"/>
              </a:ext>
            </a:extLst>
          </p:cNvPr>
          <p:cNvCxnSpPr>
            <a:cxnSpLocks/>
          </p:cNvCxnSpPr>
          <p:nvPr/>
        </p:nvCxnSpPr>
        <p:spPr>
          <a:xfrm>
            <a:off x="6261207" y="0"/>
            <a:ext cx="0" cy="23866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6455C6B3-BBC7-4191-AE2D-AC81F89C6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47" y="3588517"/>
            <a:ext cx="635681" cy="635681"/>
          </a:xfrm>
          <a:prstGeom prst="rect">
            <a:avLst/>
          </a:prstGeom>
        </p:spPr>
      </p:pic>
      <p:grpSp>
        <p:nvGrpSpPr>
          <p:cNvPr id="77" name="그룹 76">
            <a:extLst>
              <a:ext uri="{FF2B5EF4-FFF2-40B4-BE49-F238E27FC236}">
                <a16:creationId xmlns:a16="http://schemas.microsoft.com/office/drawing/2014/main" id="{1C394E79-6833-4288-9FCB-C6EF8180CC11}"/>
              </a:ext>
            </a:extLst>
          </p:cNvPr>
          <p:cNvGrpSpPr/>
          <p:nvPr/>
        </p:nvGrpSpPr>
        <p:grpSpPr>
          <a:xfrm>
            <a:off x="13394978" y="3849502"/>
            <a:ext cx="6134350" cy="3210037"/>
            <a:chOff x="983847" y="5252981"/>
            <a:chExt cx="6134350" cy="321003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0B4D5FEC-AB32-4E6D-84B9-7304A4F31E8B}"/>
                </a:ext>
              </a:extLst>
            </p:cNvPr>
            <p:cNvSpPr/>
            <p:nvPr/>
          </p:nvSpPr>
          <p:spPr>
            <a:xfrm>
              <a:off x="983847" y="5252981"/>
              <a:ext cx="6134350" cy="3210037"/>
            </a:xfrm>
            <a:prstGeom prst="roundRect">
              <a:avLst>
                <a:gd name="adj" fmla="val 464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0CBBB413-CAAF-4B71-8F08-9F82729AD58E}"/>
                </a:ext>
              </a:extLst>
            </p:cNvPr>
            <p:cNvGrpSpPr/>
            <p:nvPr/>
          </p:nvGrpSpPr>
          <p:grpSpPr>
            <a:xfrm>
              <a:off x="1453282" y="5540179"/>
              <a:ext cx="599957" cy="1173857"/>
              <a:chOff x="3289138" y="3707760"/>
              <a:chExt cx="599957" cy="1173857"/>
            </a:xfrm>
          </p:grpSpPr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id="{C09D2034-56A1-4C39-B059-21CC6F9BE33F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C0C44FD-7EBC-42A7-A1AE-A684AE23F39A}"/>
                  </a:ext>
                </a:extLst>
              </p:cNvPr>
              <p:cNvSpPr txBox="1"/>
              <p:nvPr/>
            </p:nvSpPr>
            <p:spPr>
              <a:xfrm>
                <a:off x="3289138" y="3863801"/>
                <a:ext cx="599957" cy="86177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ES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-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001</a:t>
                </a:r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E2674943-BE7F-4471-B97A-C641DDC3E0AB}"/>
                </a:ext>
              </a:extLst>
            </p:cNvPr>
            <p:cNvGrpSpPr/>
            <p:nvPr/>
          </p:nvGrpSpPr>
          <p:grpSpPr>
            <a:xfrm>
              <a:off x="2475480" y="5533162"/>
              <a:ext cx="599957" cy="1173857"/>
              <a:chOff x="3289138" y="3707760"/>
              <a:chExt cx="599957" cy="1173857"/>
            </a:xfrm>
          </p:grpSpPr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62C19E67-C82D-412C-98F8-6CB78AD53EC5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E4B3A86-6F16-44A4-A3B3-5E966D071021}"/>
                  </a:ext>
                </a:extLst>
              </p:cNvPr>
              <p:cNvSpPr txBox="1"/>
              <p:nvPr/>
            </p:nvSpPr>
            <p:spPr>
              <a:xfrm>
                <a:off x="3289138" y="3863801"/>
                <a:ext cx="599957" cy="86177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ES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-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001</a:t>
                </a:r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68B093C2-07CC-4257-9E82-B3CF8A0F204F}"/>
                </a:ext>
              </a:extLst>
            </p:cNvPr>
            <p:cNvGrpSpPr/>
            <p:nvPr/>
          </p:nvGrpSpPr>
          <p:grpSpPr>
            <a:xfrm>
              <a:off x="3497678" y="5556117"/>
              <a:ext cx="599957" cy="1173857"/>
              <a:chOff x="3289138" y="3707760"/>
              <a:chExt cx="599957" cy="1173857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B9930C36-4437-46D2-A6B3-5DCEAAAECF61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E7E4AD6-9442-46BB-8EFB-41294030A33C}"/>
                  </a:ext>
                </a:extLst>
              </p:cNvPr>
              <p:cNvSpPr txBox="1"/>
              <p:nvPr/>
            </p:nvSpPr>
            <p:spPr>
              <a:xfrm>
                <a:off x="3289138" y="3863801"/>
                <a:ext cx="599957" cy="86177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ES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-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001</a:t>
                </a:r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1DF724BC-F3DD-42C4-B713-1FCA8885D2B7}"/>
                </a:ext>
              </a:extLst>
            </p:cNvPr>
            <p:cNvGrpSpPr/>
            <p:nvPr/>
          </p:nvGrpSpPr>
          <p:grpSpPr>
            <a:xfrm>
              <a:off x="1457373" y="7105415"/>
              <a:ext cx="599957" cy="1173857"/>
              <a:chOff x="3289138" y="3707760"/>
              <a:chExt cx="599957" cy="1173857"/>
            </a:xfrm>
          </p:grpSpPr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C5543494-1EEF-48C9-8661-F6B6099B3965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ADEFEEE-A689-4DE0-84AA-0519E1B5168D}"/>
                  </a:ext>
                </a:extLst>
              </p:cNvPr>
              <p:cNvSpPr txBox="1"/>
              <p:nvPr/>
            </p:nvSpPr>
            <p:spPr>
              <a:xfrm>
                <a:off x="3289138" y="3863801"/>
                <a:ext cx="599957" cy="86177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ES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-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001</a:t>
                </a:r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2BCD076-BB08-4453-808B-214B0A06EAA3}"/>
                </a:ext>
              </a:extLst>
            </p:cNvPr>
            <p:cNvGrpSpPr/>
            <p:nvPr/>
          </p:nvGrpSpPr>
          <p:grpSpPr>
            <a:xfrm>
              <a:off x="2475717" y="7105416"/>
              <a:ext cx="599957" cy="1173857"/>
              <a:chOff x="3289138" y="3707760"/>
              <a:chExt cx="599957" cy="1173857"/>
            </a:xfrm>
          </p:grpSpPr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4AE61E42-9254-48AD-89F4-F4980535919C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1A11AF-9DD2-47B3-9DA6-A575B93EB2D4}"/>
                  </a:ext>
                </a:extLst>
              </p:cNvPr>
              <p:cNvSpPr txBox="1"/>
              <p:nvPr/>
            </p:nvSpPr>
            <p:spPr>
              <a:xfrm>
                <a:off x="3289138" y="3863801"/>
                <a:ext cx="599957" cy="86177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ES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-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001</a:t>
                </a:r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C02D0F05-EC7E-443D-9CD0-F47110E62494}"/>
                </a:ext>
              </a:extLst>
            </p:cNvPr>
            <p:cNvGrpSpPr/>
            <p:nvPr/>
          </p:nvGrpSpPr>
          <p:grpSpPr>
            <a:xfrm>
              <a:off x="3497678" y="7105416"/>
              <a:ext cx="599957" cy="1173857"/>
              <a:chOff x="3289138" y="3707760"/>
              <a:chExt cx="599957" cy="1173857"/>
            </a:xfrm>
          </p:grpSpPr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5B5F117A-3171-4295-96B8-762AC767EB01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A621997-6971-46E0-955F-392111233C04}"/>
                  </a:ext>
                </a:extLst>
              </p:cNvPr>
              <p:cNvSpPr txBox="1"/>
              <p:nvPr/>
            </p:nvSpPr>
            <p:spPr>
              <a:xfrm>
                <a:off x="3289138" y="3863801"/>
                <a:ext cx="599957" cy="86177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ES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-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001</a:t>
                </a:r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7217E83D-5F25-4437-B7FC-DD6F2DBEE051}"/>
                </a:ext>
              </a:extLst>
            </p:cNvPr>
            <p:cNvGrpSpPr/>
            <p:nvPr/>
          </p:nvGrpSpPr>
          <p:grpSpPr>
            <a:xfrm>
              <a:off x="4433268" y="5540179"/>
              <a:ext cx="599957" cy="1173857"/>
              <a:chOff x="3289138" y="3707760"/>
              <a:chExt cx="599957" cy="1173857"/>
            </a:xfrm>
          </p:grpSpPr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B18CDBC7-14C8-4E32-B513-16B2F3CBB457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F0A482F-A2F9-4EE6-B1CA-69B1887365C0}"/>
                  </a:ext>
                </a:extLst>
              </p:cNvPr>
              <p:cNvSpPr txBox="1"/>
              <p:nvPr/>
            </p:nvSpPr>
            <p:spPr>
              <a:xfrm>
                <a:off x="3289138" y="3863801"/>
                <a:ext cx="599957" cy="86177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ES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-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001</a:t>
                </a:r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6D56AC26-D46E-49DD-AF05-16E57F2605A3}"/>
                </a:ext>
              </a:extLst>
            </p:cNvPr>
            <p:cNvGrpSpPr/>
            <p:nvPr/>
          </p:nvGrpSpPr>
          <p:grpSpPr>
            <a:xfrm>
              <a:off x="5304539" y="5540179"/>
              <a:ext cx="599957" cy="1173857"/>
              <a:chOff x="3289138" y="3707760"/>
              <a:chExt cx="599957" cy="1173857"/>
            </a:xfrm>
          </p:grpSpPr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A8C1E550-1836-4AB6-AAAC-BDA1705F097E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DF44799-B0C4-42FF-A691-B909A9C02320}"/>
                  </a:ext>
                </a:extLst>
              </p:cNvPr>
              <p:cNvSpPr txBox="1"/>
              <p:nvPr/>
            </p:nvSpPr>
            <p:spPr>
              <a:xfrm>
                <a:off x="3289138" y="3863801"/>
                <a:ext cx="599957" cy="86177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ES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-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001</a:t>
                </a:r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65DFCDCF-8ACD-4B86-A68E-9E6DFA9D6875}"/>
                </a:ext>
              </a:extLst>
            </p:cNvPr>
            <p:cNvGrpSpPr/>
            <p:nvPr/>
          </p:nvGrpSpPr>
          <p:grpSpPr>
            <a:xfrm>
              <a:off x="4433268" y="7105416"/>
              <a:ext cx="599957" cy="1173857"/>
              <a:chOff x="3289138" y="3707760"/>
              <a:chExt cx="599957" cy="1173857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174E1799-AC8E-4A29-A0F7-72C522483222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19EB3C0-DAED-47E8-828A-E3B3A949478D}"/>
                  </a:ext>
                </a:extLst>
              </p:cNvPr>
              <p:cNvSpPr txBox="1"/>
              <p:nvPr/>
            </p:nvSpPr>
            <p:spPr>
              <a:xfrm>
                <a:off x="3289138" y="3863801"/>
                <a:ext cx="599957" cy="86177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ES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-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001</a:t>
                </a:r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FA5C9EC8-FE30-4672-ACAA-C13863F89DB4}"/>
                </a:ext>
              </a:extLst>
            </p:cNvPr>
            <p:cNvGrpSpPr/>
            <p:nvPr/>
          </p:nvGrpSpPr>
          <p:grpSpPr>
            <a:xfrm>
              <a:off x="5304539" y="7105416"/>
              <a:ext cx="599957" cy="1173857"/>
              <a:chOff x="3289138" y="3707760"/>
              <a:chExt cx="599957" cy="1173857"/>
            </a:xfrm>
          </p:grpSpPr>
          <p:sp>
            <p:nvSpPr>
              <p:cNvPr id="69" name="사각형: 둥근 모서리 68">
                <a:extLst>
                  <a:ext uri="{FF2B5EF4-FFF2-40B4-BE49-F238E27FC236}">
                    <a16:creationId xmlns:a16="http://schemas.microsoft.com/office/drawing/2014/main" id="{6A719094-8802-4DE4-95C1-0981FEE4390E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011D103-8619-442B-9FF5-849C71618E26}"/>
                  </a:ext>
                </a:extLst>
              </p:cNvPr>
              <p:cNvSpPr txBox="1"/>
              <p:nvPr/>
            </p:nvSpPr>
            <p:spPr>
              <a:xfrm>
                <a:off x="3289138" y="3863801"/>
                <a:ext cx="599957" cy="86177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ES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-</a:t>
                </a:r>
              </a:p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001</a:t>
                </a:r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8AE01C2-BAB8-4C8C-9915-35D954379E3E}"/>
                </a:ext>
              </a:extLst>
            </p:cNvPr>
            <p:cNvGrpSpPr/>
            <p:nvPr/>
          </p:nvGrpSpPr>
          <p:grpSpPr>
            <a:xfrm>
              <a:off x="6283209" y="7726318"/>
              <a:ext cx="599957" cy="552954"/>
              <a:chOff x="3289138" y="3707760"/>
              <a:chExt cx="599957" cy="1173857"/>
            </a:xfrm>
          </p:grpSpPr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ED8C3C91-131F-49F7-8EE4-2431A53B5D0E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244571D-DAB0-43A4-9A02-5F6A0C6B9070}"/>
                  </a:ext>
                </a:extLst>
              </p:cNvPr>
              <p:cNvSpPr txBox="1"/>
              <p:nvPr/>
            </p:nvSpPr>
            <p:spPr>
              <a:xfrm>
                <a:off x="3289138" y="4125411"/>
                <a:ext cx="599957" cy="338554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1</a:t>
                </a:r>
                <a:r>
                  <a:rPr lang="ko-KR" altLang="en-US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층</a:t>
                </a: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6D55D0F4-1E31-4E47-9954-323B23A8EB61}"/>
                </a:ext>
              </a:extLst>
            </p:cNvPr>
            <p:cNvGrpSpPr/>
            <p:nvPr/>
          </p:nvGrpSpPr>
          <p:grpSpPr>
            <a:xfrm>
              <a:off x="6283209" y="7178160"/>
              <a:ext cx="599957" cy="552954"/>
              <a:chOff x="3289138" y="3707760"/>
              <a:chExt cx="599957" cy="1173857"/>
            </a:xfrm>
          </p:grpSpPr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6B52A82F-F22C-4E08-B288-1DD266309467}"/>
                  </a:ext>
                </a:extLst>
              </p:cNvPr>
              <p:cNvSpPr/>
              <p:nvPr/>
            </p:nvSpPr>
            <p:spPr>
              <a:xfrm>
                <a:off x="3289139" y="3707760"/>
                <a:ext cx="599956" cy="1173857"/>
              </a:xfrm>
              <a:prstGeom prst="roundRect">
                <a:avLst>
                  <a:gd name="adj" fmla="val 464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2C8076-2A48-4338-9804-92D1A4F65435}"/>
                  </a:ext>
                </a:extLst>
              </p:cNvPr>
              <p:cNvSpPr txBox="1"/>
              <p:nvPr/>
            </p:nvSpPr>
            <p:spPr>
              <a:xfrm>
                <a:off x="3289138" y="3935333"/>
                <a:ext cx="599957" cy="718711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2</a:t>
                </a:r>
                <a:r>
                  <a:rPr lang="ko-KR" altLang="en-US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층</a:t>
                </a:r>
              </a:p>
            </p:txBody>
          </p:sp>
        </p:grpSp>
      </p:grpSp>
      <p:pic>
        <p:nvPicPr>
          <p:cNvPr id="79" name="그림 78" descr="텍스트, 전자기기이(가) 표시된 사진&#10;&#10;자동 생성된 설명">
            <a:extLst>
              <a:ext uri="{FF2B5EF4-FFF2-40B4-BE49-F238E27FC236}">
                <a16:creationId xmlns:a16="http://schemas.microsoft.com/office/drawing/2014/main" id="{9C74060C-57FE-49CE-910F-58D325F590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358" y="4722816"/>
            <a:ext cx="1948036" cy="1018892"/>
          </a:xfrm>
          <a:prstGeom prst="rect">
            <a:avLst/>
          </a:prstGeom>
        </p:spPr>
      </p:pic>
      <p:grpSp>
        <p:nvGrpSpPr>
          <p:cNvPr id="89" name="그룹 88">
            <a:extLst>
              <a:ext uri="{FF2B5EF4-FFF2-40B4-BE49-F238E27FC236}">
                <a16:creationId xmlns:a16="http://schemas.microsoft.com/office/drawing/2014/main" id="{6FDCECD7-1C4D-4A55-BB9E-3B4E6C07E4A5}"/>
              </a:ext>
            </a:extLst>
          </p:cNvPr>
          <p:cNvGrpSpPr/>
          <p:nvPr/>
        </p:nvGrpSpPr>
        <p:grpSpPr>
          <a:xfrm>
            <a:off x="14464370" y="3268946"/>
            <a:ext cx="4876190" cy="4876190"/>
            <a:chOff x="4530017" y="5232097"/>
            <a:chExt cx="4876190" cy="4876190"/>
          </a:xfrm>
        </p:grpSpPr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0C394BB8-FE4D-49D3-9A7D-74A8834B4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0017" y="5232097"/>
              <a:ext cx="4876190" cy="4876190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7DC3954-BB28-4A1B-A250-68F8964DE9EF}"/>
                </a:ext>
              </a:extLst>
            </p:cNvPr>
            <p:cNvSpPr txBox="1"/>
            <p:nvPr/>
          </p:nvSpPr>
          <p:spPr>
            <a:xfrm>
              <a:off x="4801025" y="6144711"/>
              <a:ext cx="1967225" cy="25853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400" dirty="0">
                  <a:latin typeface="Aharoni" panose="02010803020104030203" pitchFamily="2" charset="-79"/>
                  <a:cs typeface="Aharoni" panose="02010803020104030203" pitchFamily="2" charset="-79"/>
                </a:rPr>
                <a:t>E</a:t>
              </a:r>
            </a:p>
            <a:p>
              <a:pPr algn="ctr"/>
              <a:r>
                <a:rPr lang="en-US" altLang="ko-KR" sz="5400" dirty="0">
                  <a:latin typeface="Aharoni" panose="02010803020104030203" pitchFamily="2" charset="-79"/>
                  <a:cs typeface="Aharoni" panose="02010803020104030203" pitchFamily="2" charset="-79"/>
                </a:rPr>
                <a:t>S</a:t>
              </a:r>
            </a:p>
            <a:p>
              <a:pPr algn="ctr"/>
              <a:r>
                <a:rPr lang="en-US" altLang="ko-KR" sz="5400" dirty="0">
                  <a:latin typeface="Aharoni" panose="02010803020104030203" pitchFamily="2" charset="-79"/>
                  <a:cs typeface="Aharoni" panose="02010803020104030203" pitchFamily="2" charset="-79"/>
                </a:rPr>
                <a:t>L</a:t>
              </a:r>
              <a:endParaRPr lang="ko-KR" altLang="en-US" sz="54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4A77A5B-D6C2-4283-8184-C6C172A92757}"/>
                </a:ext>
              </a:extLst>
            </p:cNvPr>
            <p:cNvSpPr/>
            <p:nvPr/>
          </p:nvSpPr>
          <p:spPr>
            <a:xfrm>
              <a:off x="6919507" y="6478451"/>
              <a:ext cx="507999" cy="50799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49DB38F0-D381-4FDC-A16C-EDD87371B03C}"/>
                </a:ext>
              </a:extLst>
            </p:cNvPr>
            <p:cNvSpPr/>
            <p:nvPr/>
          </p:nvSpPr>
          <p:spPr>
            <a:xfrm>
              <a:off x="6930012" y="7133168"/>
              <a:ext cx="507999" cy="507999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1" name="그림 90">
            <a:extLst>
              <a:ext uri="{FF2B5EF4-FFF2-40B4-BE49-F238E27FC236}">
                <a16:creationId xmlns:a16="http://schemas.microsoft.com/office/drawing/2014/main" id="{1B67A478-5128-4166-BFE3-C5DC285D2A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395" y="3424379"/>
            <a:ext cx="1080000" cy="1080000"/>
          </a:xfrm>
          <a:prstGeom prst="rect">
            <a:avLst/>
          </a:prstGeom>
        </p:spPr>
      </p:pic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D4AE055-70D9-48E6-9EB5-173C50615B77}"/>
              </a:ext>
            </a:extLst>
          </p:cNvPr>
          <p:cNvCxnSpPr/>
          <p:nvPr/>
        </p:nvCxnSpPr>
        <p:spPr>
          <a:xfrm flipH="1">
            <a:off x="1476464" y="2908722"/>
            <a:ext cx="381965" cy="465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BEBC1BF-65A4-403A-A2F4-6F438A61920A}"/>
              </a:ext>
            </a:extLst>
          </p:cNvPr>
          <p:cNvCxnSpPr>
            <a:cxnSpLocks/>
          </p:cNvCxnSpPr>
          <p:nvPr/>
        </p:nvCxnSpPr>
        <p:spPr>
          <a:xfrm>
            <a:off x="3456579" y="2911524"/>
            <a:ext cx="334535" cy="4627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3573FB9B-17F1-4C07-913E-0444B13EEBD4}"/>
              </a:ext>
            </a:extLst>
          </p:cNvPr>
          <p:cNvCxnSpPr>
            <a:cxnSpLocks/>
          </p:cNvCxnSpPr>
          <p:nvPr/>
        </p:nvCxnSpPr>
        <p:spPr>
          <a:xfrm>
            <a:off x="2649461" y="3141492"/>
            <a:ext cx="0" cy="13628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F7C65C0A-E573-4CDD-BBBB-A9F25D72A32F}"/>
              </a:ext>
            </a:extLst>
          </p:cNvPr>
          <p:cNvSpPr txBox="1"/>
          <p:nvPr/>
        </p:nvSpPr>
        <p:spPr>
          <a:xfrm>
            <a:off x="1238537" y="1038054"/>
            <a:ext cx="2939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ADMIN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392BA99-5C63-4C24-A47D-07E192AD376C}"/>
              </a:ext>
            </a:extLst>
          </p:cNvPr>
          <p:cNvSpPr txBox="1"/>
          <p:nvPr/>
        </p:nvSpPr>
        <p:spPr>
          <a:xfrm>
            <a:off x="7943623" y="1075086"/>
            <a:ext cx="2939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USER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D23A470-C75F-424F-BB50-BEAF39F2DF3E}"/>
              </a:ext>
            </a:extLst>
          </p:cNvPr>
          <p:cNvSpPr txBox="1"/>
          <p:nvPr/>
        </p:nvSpPr>
        <p:spPr>
          <a:xfrm>
            <a:off x="1238537" y="594609"/>
            <a:ext cx="2939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전시장 총관리자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E945AFD-855C-41DD-A11A-DEC6DA65B29C}"/>
              </a:ext>
            </a:extLst>
          </p:cNvPr>
          <p:cNvSpPr txBox="1"/>
          <p:nvPr/>
        </p:nvSpPr>
        <p:spPr>
          <a:xfrm>
            <a:off x="7943623" y="631641"/>
            <a:ext cx="2939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전시 참여 기업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3448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다이어그램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23646" y="1288646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유스케이스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다이어그램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CC32F5-5D90-4BBA-B1B4-02AD92281084}"/>
              </a:ext>
            </a:extLst>
          </p:cNvPr>
          <p:cNvSpPr/>
          <p:nvPr/>
        </p:nvSpPr>
        <p:spPr>
          <a:xfrm>
            <a:off x="11347805" y="3613205"/>
            <a:ext cx="766100" cy="355797"/>
          </a:xfrm>
          <a:prstGeom prst="rect">
            <a:avLst/>
          </a:prstGeom>
          <a:ln w="12700">
            <a:solidFill>
              <a:srgbClr val="D1B7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C5C9C93-7CED-4900-B601-9AF2E3436567}"/>
              </a:ext>
            </a:extLst>
          </p:cNvPr>
          <p:cNvSpPr/>
          <p:nvPr/>
        </p:nvSpPr>
        <p:spPr>
          <a:xfrm>
            <a:off x="10181643" y="3527875"/>
            <a:ext cx="885472" cy="516813"/>
          </a:xfrm>
          <a:prstGeom prst="ellipse">
            <a:avLst/>
          </a:prstGeom>
          <a:ln w="12700">
            <a:solidFill>
              <a:srgbClr val="D1B7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담당</a:t>
            </a:r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algn="ctr"/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부스사용 관리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C593997-78C0-4536-9A68-ED8B0F213928}"/>
              </a:ext>
            </a:extLst>
          </p:cNvPr>
          <p:cNvCxnSpPr>
            <a:cxnSpLocks/>
            <a:stCxn id="8" idx="1"/>
            <a:endCxn id="11" idx="6"/>
          </p:cNvCxnSpPr>
          <p:nvPr/>
        </p:nvCxnSpPr>
        <p:spPr>
          <a:xfrm flipH="1" flipV="1">
            <a:off x="11067115" y="3786282"/>
            <a:ext cx="280690" cy="4822"/>
          </a:xfrm>
          <a:prstGeom prst="straightConnector1">
            <a:avLst/>
          </a:prstGeom>
          <a:ln w="12700">
            <a:solidFill>
              <a:srgbClr val="D1B7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254706A-3CD1-4BE6-9F2B-2E641692F543}"/>
              </a:ext>
            </a:extLst>
          </p:cNvPr>
          <p:cNvCxnSpPr>
            <a:cxnSpLocks/>
            <a:stCxn id="11" idx="1"/>
            <a:endCxn id="19" idx="5"/>
          </p:cNvCxnSpPr>
          <p:nvPr/>
        </p:nvCxnSpPr>
        <p:spPr>
          <a:xfrm flipH="1" flipV="1">
            <a:off x="10007900" y="3353314"/>
            <a:ext cx="303417" cy="250247"/>
          </a:xfrm>
          <a:prstGeom prst="straightConnector1">
            <a:avLst/>
          </a:prstGeom>
          <a:ln w="12700">
            <a:solidFill>
              <a:srgbClr val="D1B7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15D94006-6EDA-4AD3-803D-3D09625B65BF}"/>
              </a:ext>
            </a:extLst>
          </p:cNvPr>
          <p:cNvSpPr/>
          <p:nvPr/>
        </p:nvSpPr>
        <p:spPr>
          <a:xfrm>
            <a:off x="8754084" y="4085141"/>
            <a:ext cx="952122" cy="516813"/>
          </a:xfrm>
          <a:prstGeom prst="ellipse">
            <a:avLst/>
          </a:prstGeom>
          <a:ln w="12700">
            <a:solidFill>
              <a:srgbClr val="D1B7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부스예약 및 취소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75662EA-471C-450C-A4B6-0B1A21CAE1EC}"/>
              </a:ext>
            </a:extLst>
          </p:cNvPr>
          <p:cNvCxnSpPr>
            <a:cxnSpLocks/>
            <a:stCxn id="19" idx="1"/>
            <a:endCxn id="27" idx="5"/>
          </p:cNvCxnSpPr>
          <p:nvPr/>
        </p:nvCxnSpPr>
        <p:spPr>
          <a:xfrm flipH="1" flipV="1">
            <a:off x="9022204" y="2863952"/>
            <a:ext cx="439542" cy="123921"/>
          </a:xfrm>
          <a:prstGeom prst="straightConnector1">
            <a:avLst/>
          </a:prstGeom>
          <a:ln w="12700">
            <a:solidFill>
              <a:srgbClr val="D1B7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D1D1D9C0-9211-4BC9-AF69-E21FAE1BF244}"/>
              </a:ext>
            </a:extLst>
          </p:cNvPr>
          <p:cNvSpPr/>
          <p:nvPr/>
        </p:nvSpPr>
        <p:spPr>
          <a:xfrm>
            <a:off x="9348634" y="2912187"/>
            <a:ext cx="772378" cy="516813"/>
          </a:xfrm>
          <a:prstGeom prst="ellipse">
            <a:avLst/>
          </a:prstGeom>
          <a:ln w="12700">
            <a:solidFill>
              <a:srgbClr val="D1B7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</a:p>
          <a:p>
            <a:pPr algn="ctr"/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에디터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02128D9-2FAE-4965-8AD6-8A9DAD076E12}"/>
              </a:ext>
            </a:extLst>
          </p:cNvPr>
          <p:cNvCxnSpPr>
            <a:cxnSpLocks/>
            <a:stCxn id="11" idx="3"/>
            <a:endCxn id="17" idx="6"/>
          </p:cNvCxnSpPr>
          <p:nvPr/>
        </p:nvCxnSpPr>
        <p:spPr>
          <a:xfrm flipH="1">
            <a:off x="9706206" y="3969002"/>
            <a:ext cx="605111" cy="374546"/>
          </a:xfrm>
          <a:prstGeom prst="straightConnector1">
            <a:avLst/>
          </a:prstGeom>
          <a:ln w="12700">
            <a:solidFill>
              <a:srgbClr val="D1B7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4E0DE7A5-B936-4E05-8005-2AEB4AB86890}"/>
              </a:ext>
            </a:extLst>
          </p:cNvPr>
          <p:cNvSpPr/>
          <p:nvPr/>
        </p:nvSpPr>
        <p:spPr>
          <a:xfrm>
            <a:off x="8329872" y="2422825"/>
            <a:ext cx="811117" cy="516813"/>
          </a:xfrm>
          <a:prstGeom prst="ellipse">
            <a:avLst/>
          </a:prstGeom>
          <a:ln w="12700">
            <a:solidFill>
              <a:srgbClr val="D1B7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회사</a:t>
            </a:r>
            <a:endParaRPr lang="en-US" altLang="ko-KR" sz="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algn="ctr"/>
            <a:r>
              <a:rPr lang="ko-KR" altLang="en-US" sz="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정보 게시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4028928-1747-4FE2-91E5-03DDAB39903D}"/>
              </a:ext>
            </a:extLst>
          </p:cNvPr>
          <p:cNvCxnSpPr>
            <a:cxnSpLocks/>
            <a:stCxn id="19" idx="3"/>
            <a:endCxn id="39" idx="6"/>
          </p:cNvCxnSpPr>
          <p:nvPr/>
        </p:nvCxnSpPr>
        <p:spPr>
          <a:xfrm flipH="1">
            <a:off x="9017763" y="3353314"/>
            <a:ext cx="443983" cy="162883"/>
          </a:xfrm>
          <a:prstGeom prst="straightConnector1">
            <a:avLst/>
          </a:prstGeom>
          <a:ln w="12700">
            <a:solidFill>
              <a:srgbClr val="D1B7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620963B0-720A-4367-A8C2-57EF1602279E}"/>
              </a:ext>
            </a:extLst>
          </p:cNvPr>
          <p:cNvSpPr/>
          <p:nvPr/>
        </p:nvSpPr>
        <p:spPr>
          <a:xfrm>
            <a:off x="8206646" y="3257790"/>
            <a:ext cx="811117" cy="516813"/>
          </a:xfrm>
          <a:prstGeom prst="ellipse">
            <a:avLst/>
          </a:prstGeom>
          <a:ln w="12700">
            <a:solidFill>
              <a:srgbClr val="D1B7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물품 </a:t>
            </a:r>
            <a:endParaRPr lang="en-US" altLang="ko-KR" sz="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algn="ctr"/>
            <a:r>
              <a:rPr lang="ko-KR" altLang="en-US" sz="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정보 게시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035FB7D4-2840-4210-98EF-FAA61B99412C}"/>
              </a:ext>
            </a:extLst>
          </p:cNvPr>
          <p:cNvSpPr/>
          <p:nvPr/>
        </p:nvSpPr>
        <p:spPr>
          <a:xfrm>
            <a:off x="2189217" y="3728034"/>
            <a:ext cx="922088" cy="428241"/>
          </a:xfrm>
          <a:prstGeom prst="rect">
            <a:avLst/>
          </a:prstGeom>
          <a:ln w="12700">
            <a:solidFill>
              <a:srgbClr val="D1B7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E739C15-B854-426C-BE07-D7F180A8C36C}"/>
              </a:ext>
            </a:extLst>
          </p:cNvPr>
          <p:cNvCxnSpPr>
            <a:cxnSpLocks/>
            <a:stCxn id="112" idx="2"/>
            <a:endCxn id="115" idx="0"/>
          </p:cNvCxnSpPr>
          <p:nvPr/>
        </p:nvCxnSpPr>
        <p:spPr>
          <a:xfrm>
            <a:off x="2650261" y="4156275"/>
            <a:ext cx="706014" cy="1053113"/>
          </a:xfrm>
          <a:prstGeom prst="straightConnector1">
            <a:avLst/>
          </a:prstGeom>
          <a:ln w="12700">
            <a:solidFill>
              <a:srgbClr val="D1B7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6509980A-F0E9-481B-A03D-258F7D09525C}"/>
              </a:ext>
            </a:extLst>
          </p:cNvPr>
          <p:cNvCxnSpPr>
            <a:cxnSpLocks/>
            <a:stCxn id="112" idx="3"/>
            <a:endCxn id="131" idx="2"/>
          </p:cNvCxnSpPr>
          <p:nvPr/>
        </p:nvCxnSpPr>
        <p:spPr>
          <a:xfrm>
            <a:off x="3111305" y="3942155"/>
            <a:ext cx="1381073" cy="8647"/>
          </a:xfrm>
          <a:prstGeom prst="straightConnector1">
            <a:avLst/>
          </a:prstGeom>
          <a:ln w="12700">
            <a:solidFill>
              <a:srgbClr val="D1B7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8FC8BD48-9678-4580-AA3F-6A60167C9119}"/>
              </a:ext>
            </a:extLst>
          </p:cNvPr>
          <p:cNvCxnSpPr>
            <a:cxnSpLocks/>
            <a:stCxn id="112" idx="0"/>
            <a:endCxn id="171" idx="2"/>
          </p:cNvCxnSpPr>
          <p:nvPr/>
        </p:nvCxnSpPr>
        <p:spPr>
          <a:xfrm flipV="1">
            <a:off x="2650261" y="1726912"/>
            <a:ext cx="2706953" cy="2001122"/>
          </a:xfrm>
          <a:prstGeom prst="straightConnector1">
            <a:avLst/>
          </a:prstGeom>
          <a:ln w="12700">
            <a:solidFill>
              <a:srgbClr val="D1B7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9" name="그룹 438">
            <a:extLst>
              <a:ext uri="{FF2B5EF4-FFF2-40B4-BE49-F238E27FC236}">
                <a16:creationId xmlns:a16="http://schemas.microsoft.com/office/drawing/2014/main" id="{19AB0842-87D0-4C88-87D2-533C91564AC7}"/>
              </a:ext>
            </a:extLst>
          </p:cNvPr>
          <p:cNvGrpSpPr/>
          <p:nvPr/>
        </p:nvGrpSpPr>
        <p:grpSpPr>
          <a:xfrm>
            <a:off x="4846208" y="1408370"/>
            <a:ext cx="2092695" cy="2152799"/>
            <a:chOff x="3950006" y="1800611"/>
            <a:chExt cx="2092695" cy="2152799"/>
          </a:xfrm>
        </p:grpSpPr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65022B6E-FBBD-4A87-97DA-E84BAE5275E4}"/>
                </a:ext>
              </a:extLst>
            </p:cNvPr>
            <p:cNvSpPr/>
            <p:nvPr/>
          </p:nvSpPr>
          <p:spPr>
            <a:xfrm>
              <a:off x="4461012" y="1800611"/>
              <a:ext cx="1100399" cy="637083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사용자 관리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FA2CE440-C5A7-49A0-8491-BAEDBDD0CEFF}"/>
                </a:ext>
              </a:extLst>
            </p:cNvPr>
            <p:cNvSpPr/>
            <p:nvPr/>
          </p:nvSpPr>
          <p:spPr>
            <a:xfrm>
              <a:off x="3950006" y="2798577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사용자  추가</a:t>
              </a:r>
            </a:p>
          </p:txBody>
        </p:sp>
        <p:cxnSp>
          <p:nvCxnSpPr>
            <p:cNvPr id="176" name="직선 화살표 연결선 175">
              <a:extLst>
                <a:ext uri="{FF2B5EF4-FFF2-40B4-BE49-F238E27FC236}">
                  <a16:creationId xmlns:a16="http://schemas.microsoft.com/office/drawing/2014/main" id="{540EED1B-3674-4543-B863-881C66026BF6}"/>
                </a:ext>
              </a:extLst>
            </p:cNvPr>
            <p:cNvCxnSpPr>
              <a:cxnSpLocks/>
              <a:stCxn id="171" idx="4"/>
              <a:endCxn id="174" idx="0"/>
            </p:cNvCxnSpPr>
            <p:nvPr/>
          </p:nvCxnSpPr>
          <p:spPr>
            <a:xfrm flipH="1">
              <a:off x="4290094" y="2437694"/>
              <a:ext cx="721118" cy="360883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A8AC7625-542C-4969-B3C5-81BA2EBC756F}"/>
                </a:ext>
              </a:extLst>
            </p:cNvPr>
            <p:cNvSpPr/>
            <p:nvPr/>
          </p:nvSpPr>
          <p:spPr>
            <a:xfrm>
              <a:off x="5362525" y="2765631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사용자 삭제</a:t>
              </a:r>
            </a:p>
          </p:txBody>
        </p:sp>
        <p:cxnSp>
          <p:nvCxnSpPr>
            <p:cNvPr id="216" name="직선 화살표 연결선 215">
              <a:extLst>
                <a:ext uri="{FF2B5EF4-FFF2-40B4-BE49-F238E27FC236}">
                  <a16:creationId xmlns:a16="http://schemas.microsoft.com/office/drawing/2014/main" id="{745F756A-1CB4-4733-BF68-C96AE4743600}"/>
                </a:ext>
              </a:extLst>
            </p:cNvPr>
            <p:cNvCxnSpPr>
              <a:cxnSpLocks/>
              <a:stCxn id="171" idx="4"/>
              <a:endCxn id="215" idx="0"/>
            </p:cNvCxnSpPr>
            <p:nvPr/>
          </p:nvCxnSpPr>
          <p:spPr>
            <a:xfrm>
              <a:off x="5011212" y="2437694"/>
              <a:ext cx="691401" cy="327937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CF3D3094-3A7F-4975-BBBB-B24CBF163548}"/>
                </a:ext>
              </a:extLst>
            </p:cNvPr>
            <p:cNvSpPr/>
            <p:nvPr/>
          </p:nvSpPr>
          <p:spPr>
            <a:xfrm>
              <a:off x="5057954" y="3264718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사용자 수정</a:t>
              </a:r>
            </a:p>
          </p:txBody>
        </p:sp>
        <p:cxnSp>
          <p:nvCxnSpPr>
            <p:cNvPr id="220" name="직선 화살표 연결선 219">
              <a:extLst>
                <a:ext uri="{FF2B5EF4-FFF2-40B4-BE49-F238E27FC236}">
                  <a16:creationId xmlns:a16="http://schemas.microsoft.com/office/drawing/2014/main" id="{E92A12ED-B160-4D61-ADC4-619FC0629926}"/>
                </a:ext>
              </a:extLst>
            </p:cNvPr>
            <p:cNvCxnSpPr>
              <a:cxnSpLocks/>
              <a:stCxn id="171" idx="4"/>
              <a:endCxn id="219" idx="0"/>
            </p:cNvCxnSpPr>
            <p:nvPr/>
          </p:nvCxnSpPr>
          <p:spPr>
            <a:xfrm>
              <a:off x="5011212" y="2437694"/>
              <a:ext cx="386830" cy="827024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타원 220">
              <a:extLst>
                <a:ext uri="{FF2B5EF4-FFF2-40B4-BE49-F238E27FC236}">
                  <a16:creationId xmlns:a16="http://schemas.microsoft.com/office/drawing/2014/main" id="{1F624723-BF37-4921-B02C-434AA82C11F6}"/>
                </a:ext>
              </a:extLst>
            </p:cNvPr>
            <p:cNvSpPr/>
            <p:nvPr/>
          </p:nvSpPr>
          <p:spPr>
            <a:xfrm>
              <a:off x="4619460" y="3583136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사용자 검색</a:t>
              </a:r>
            </a:p>
          </p:txBody>
        </p:sp>
        <p:cxnSp>
          <p:nvCxnSpPr>
            <p:cNvPr id="222" name="직선 화살표 연결선 221">
              <a:extLst>
                <a:ext uri="{FF2B5EF4-FFF2-40B4-BE49-F238E27FC236}">
                  <a16:creationId xmlns:a16="http://schemas.microsoft.com/office/drawing/2014/main" id="{85E6228F-2293-457A-9E4A-822BF2C113D3}"/>
                </a:ext>
              </a:extLst>
            </p:cNvPr>
            <p:cNvCxnSpPr>
              <a:cxnSpLocks/>
              <a:stCxn id="171" idx="4"/>
              <a:endCxn id="223" idx="0"/>
            </p:cNvCxnSpPr>
            <p:nvPr/>
          </p:nvCxnSpPr>
          <p:spPr>
            <a:xfrm flipH="1">
              <a:off x="4481668" y="2437694"/>
              <a:ext cx="529544" cy="831492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074161FA-0256-4B63-BB82-3A3352F8B4B7}"/>
                </a:ext>
              </a:extLst>
            </p:cNvPr>
            <p:cNvSpPr/>
            <p:nvPr/>
          </p:nvSpPr>
          <p:spPr>
            <a:xfrm>
              <a:off x="4141580" y="3269186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사용자 권한</a:t>
              </a:r>
            </a:p>
          </p:txBody>
        </p:sp>
        <p:cxnSp>
          <p:nvCxnSpPr>
            <p:cNvPr id="224" name="직선 화살표 연결선 223">
              <a:extLst>
                <a:ext uri="{FF2B5EF4-FFF2-40B4-BE49-F238E27FC236}">
                  <a16:creationId xmlns:a16="http://schemas.microsoft.com/office/drawing/2014/main" id="{6C1663CF-359D-4E2C-BC60-8C1EB9DAFC73}"/>
                </a:ext>
              </a:extLst>
            </p:cNvPr>
            <p:cNvCxnSpPr>
              <a:cxnSpLocks/>
              <a:stCxn id="171" idx="4"/>
              <a:endCxn id="221" idx="0"/>
            </p:cNvCxnSpPr>
            <p:nvPr/>
          </p:nvCxnSpPr>
          <p:spPr>
            <a:xfrm flipH="1">
              <a:off x="4959548" y="2437694"/>
              <a:ext cx="51664" cy="1145442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2" name="그룹 421">
            <a:extLst>
              <a:ext uri="{FF2B5EF4-FFF2-40B4-BE49-F238E27FC236}">
                <a16:creationId xmlns:a16="http://schemas.microsoft.com/office/drawing/2014/main" id="{98536202-2B12-4CF7-8EDC-E627EB86929C}"/>
              </a:ext>
            </a:extLst>
          </p:cNvPr>
          <p:cNvGrpSpPr/>
          <p:nvPr/>
        </p:nvGrpSpPr>
        <p:grpSpPr>
          <a:xfrm>
            <a:off x="2567877" y="5209388"/>
            <a:ext cx="2126408" cy="1165961"/>
            <a:chOff x="4421244" y="4025007"/>
            <a:chExt cx="2126408" cy="1165961"/>
          </a:xfrm>
        </p:grpSpPr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BDE2693-F799-4F9E-A0AC-56BC1EEE3BC2}"/>
                </a:ext>
              </a:extLst>
            </p:cNvPr>
            <p:cNvSpPr/>
            <p:nvPr/>
          </p:nvSpPr>
          <p:spPr>
            <a:xfrm>
              <a:off x="4733581" y="4025007"/>
              <a:ext cx="952122" cy="637083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부스관리</a:t>
              </a:r>
            </a:p>
          </p:txBody>
        </p:sp>
        <p:sp>
          <p:nvSpPr>
            <p:cNvPr id="249" name="타원 248">
              <a:extLst>
                <a:ext uri="{FF2B5EF4-FFF2-40B4-BE49-F238E27FC236}">
                  <a16:creationId xmlns:a16="http://schemas.microsoft.com/office/drawing/2014/main" id="{93748A3F-6A6E-451D-B769-2CD05B10DD99}"/>
                </a:ext>
              </a:extLst>
            </p:cNvPr>
            <p:cNvSpPr/>
            <p:nvPr/>
          </p:nvSpPr>
          <p:spPr>
            <a:xfrm>
              <a:off x="4421244" y="4809566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부스</a:t>
              </a:r>
              <a:endParaRPr lang="en-US" altLang="ko-KR" sz="8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수정</a:t>
              </a:r>
            </a:p>
          </p:txBody>
        </p:sp>
        <p:cxnSp>
          <p:nvCxnSpPr>
            <p:cNvPr id="250" name="직선 화살표 연결선 249">
              <a:extLst>
                <a:ext uri="{FF2B5EF4-FFF2-40B4-BE49-F238E27FC236}">
                  <a16:creationId xmlns:a16="http://schemas.microsoft.com/office/drawing/2014/main" id="{2A48AA20-C588-4A6B-9C1B-BE82FF62C49B}"/>
                </a:ext>
              </a:extLst>
            </p:cNvPr>
            <p:cNvCxnSpPr>
              <a:cxnSpLocks/>
              <a:stCxn id="115" idx="4"/>
              <a:endCxn id="249" idx="0"/>
            </p:cNvCxnSpPr>
            <p:nvPr/>
          </p:nvCxnSpPr>
          <p:spPr>
            <a:xfrm flipH="1">
              <a:off x="4761332" y="4662090"/>
              <a:ext cx="448310" cy="147476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7A883E94-7E2A-4A43-BE42-C908805C50A6}"/>
                </a:ext>
              </a:extLst>
            </p:cNvPr>
            <p:cNvSpPr/>
            <p:nvPr/>
          </p:nvSpPr>
          <p:spPr>
            <a:xfrm>
              <a:off x="5128277" y="4820694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부스</a:t>
              </a:r>
              <a:endParaRPr lang="en-US" altLang="ko-KR" sz="8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삭제</a:t>
              </a:r>
            </a:p>
          </p:txBody>
        </p:sp>
        <p:cxnSp>
          <p:nvCxnSpPr>
            <p:cNvPr id="252" name="직선 화살표 연결선 251">
              <a:extLst>
                <a:ext uri="{FF2B5EF4-FFF2-40B4-BE49-F238E27FC236}">
                  <a16:creationId xmlns:a16="http://schemas.microsoft.com/office/drawing/2014/main" id="{708A7240-A3DC-489F-B499-01A57D405400}"/>
                </a:ext>
              </a:extLst>
            </p:cNvPr>
            <p:cNvCxnSpPr>
              <a:cxnSpLocks/>
              <a:stCxn id="115" idx="4"/>
              <a:endCxn id="251" idx="0"/>
            </p:cNvCxnSpPr>
            <p:nvPr/>
          </p:nvCxnSpPr>
          <p:spPr>
            <a:xfrm>
              <a:off x="5209642" y="4662090"/>
              <a:ext cx="258723" cy="158604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타원 252">
              <a:extLst>
                <a:ext uri="{FF2B5EF4-FFF2-40B4-BE49-F238E27FC236}">
                  <a16:creationId xmlns:a16="http://schemas.microsoft.com/office/drawing/2014/main" id="{332F36D1-A675-445F-9CB8-A9EABDCCBE32}"/>
                </a:ext>
              </a:extLst>
            </p:cNvPr>
            <p:cNvSpPr/>
            <p:nvPr/>
          </p:nvSpPr>
          <p:spPr>
            <a:xfrm>
              <a:off x="5867476" y="4809016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부스</a:t>
              </a:r>
              <a:endParaRPr lang="en-US" altLang="ko-KR" sz="8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검색</a:t>
              </a:r>
            </a:p>
          </p:txBody>
        </p:sp>
        <p:cxnSp>
          <p:nvCxnSpPr>
            <p:cNvPr id="254" name="직선 화살표 연결선 253">
              <a:extLst>
                <a:ext uri="{FF2B5EF4-FFF2-40B4-BE49-F238E27FC236}">
                  <a16:creationId xmlns:a16="http://schemas.microsoft.com/office/drawing/2014/main" id="{0257B56F-5CE8-4358-9FDA-EE3F72D06AD5}"/>
                </a:ext>
              </a:extLst>
            </p:cNvPr>
            <p:cNvCxnSpPr>
              <a:cxnSpLocks/>
              <a:stCxn id="115" idx="4"/>
              <a:endCxn id="253" idx="0"/>
            </p:cNvCxnSpPr>
            <p:nvPr/>
          </p:nvCxnSpPr>
          <p:spPr>
            <a:xfrm>
              <a:off x="5209642" y="4662090"/>
              <a:ext cx="997922" cy="146926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1" name="그룹 430">
            <a:extLst>
              <a:ext uri="{FF2B5EF4-FFF2-40B4-BE49-F238E27FC236}">
                <a16:creationId xmlns:a16="http://schemas.microsoft.com/office/drawing/2014/main" id="{13E60317-7D1D-4DB6-B97F-9CEF51428491}"/>
              </a:ext>
            </a:extLst>
          </p:cNvPr>
          <p:cNvGrpSpPr/>
          <p:nvPr/>
        </p:nvGrpSpPr>
        <p:grpSpPr>
          <a:xfrm>
            <a:off x="4045711" y="3632260"/>
            <a:ext cx="2651468" cy="1450402"/>
            <a:chOff x="2216457" y="4477103"/>
            <a:chExt cx="2651468" cy="1450402"/>
          </a:xfrm>
        </p:grpSpPr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EE1D5562-F5F4-4A77-A63A-10D2F20DE6CB}"/>
                </a:ext>
              </a:extLst>
            </p:cNvPr>
            <p:cNvSpPr/>
            <p:nvPr/>
          </p:nvSpPr>
          <p:spPr>
            <a:xfrm>
              <a:off x="2663124" y="4477103"/>
              <a:ext cx="952122" cy="637083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ESL</a:t>
              </a:r>
              <a:r>
                <a:rPr lang="ko-KR" altLang="en-US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관리</a:t>
              </a:r>
            </a:p>
          </p:txBody>
        </p:sp>
        <p:cxnSp>
          <p:nvCxnSpPr>
            <p:cNvPr id="133" name="직선 화살표 연결선 132">
              <a:extLst>
                <a:ext uri="{FF2B5EF4-FFF2-40B4-BE49-F238E27FC236}">
                  <a16:creationId xmlns:a16="http://schemas.microsoft.com/office/drawing/2014/main" id="{C82F9749-3F1D-42B4-92B4-946FF5AEFBE7}"/>
                </a:ext>
              </a:extLst>
            </p:cNvPr>
            <p:cNvCxnSpPr>
              <a:cxnSpLocks/>
              <a:stCxn id="131" idx="3"/>
              <a:endCxn id="134" idx="0"/>
            </p:cNvCxnSpPr>
            <p:nvPr/>
          </p:nvCxnSpPr>
          <p:spPr>
            <a:xfrm flipH="1">
              <a:off x="2626293" y="5020887"/>
              <a:ext cx="176266" cy="361426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D6577557-FC54-4362-99CB-D69AE8CCE572}"/>
                </a:ext>
              </a:extLst>
            </p:cNvPr>
            <p:cNvSpPr/>
            <p:nvPr/>
          </p:nvSpPr>
          <p:spPr>
            <a:xfrm>
              <a:off x="2216457" y="5382313"/>
              <a:ext cx="819672" cy="376958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연결상태</a:t>
              </a:r>
              <a:endParaRPr lang="en-US" altLang="ko-KR" sz="8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변경</a:t>
              </a:r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658D5CDA-41D5-4B4A-A5F2-A04DA55ECEEE}"/>
                </a:ext>
              </a:extLst>
            </p:cNvPr>
            <p:cNvSpPr/>
            <p:nvPr/>
          </p:nvSpPr>
          <p:spPr>
            <a:xfrm>
              <a:off x="3006271" y="5557231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ESL</a:t>
              </a:r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 추가</a:t>
              </a:r>
            </a:p>
          </p:txBody>
        </p:sp>
        <p:cxnSp>
          <p:nvCxnSpPr>
            <p:cNvPr id="270" name="직선 화살표 연결선 269">
              <a:extLst>
                <a:ext uri="{FF2B5EF4-FFF2-40B4-BE49-F238E27FC236}">
                  <a16:creationId xmlns:a16="http://schemas.microsoft.com/office/drawing/2014/main" id="{F601AF02-79F3-4084-A43C-63D77FD317FD}"/>
                </a:ext>
              </a:extLst>
            </p:cNvPr>
            <p:cNvCxnSpPr>
              <a:cxnSpLocks/>
              <a:stCxn id="131" idx="5"/>
              <a:endCxn id="269" idx="0"/>
            </p:cNvCxnSpPr>
            <p:nvPr/>
          </p:nvCxnSpPr>
          <p:spPr>
            <a:xfrm flipH="1">
              <a:off x="3346359" y="5020887"/>
              <a:ext cx="129452" cy="536344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64B35204-8E87-455B-AF47-5EB9EDDBCF30}"/>
                </a:ext>
              </a:extLst>
            </p:cNvPr>
            <p:cNvSpPr/>
            <p:nvPr/>
          </p:nvSpPr>
          <p:spPr>
            <a:xfrm>
              <a:off x="4187749" y="4655604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ESL</a:t>
              </a:r>
            </a:p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삭제</a:t>
              </a:r>
            </a:p>
          </p:txBody>
        </p:sp>
        <p:cxnSp>
          <p:nvCxnSpPr>
            <p:cNvPr id="272" name="직선 화살표 연결선 271">
              <a:extLst>
                <a:ext uri="{FF2B5EF4-FFF2-40B4-BE49-F238E27FC236}">
                  <a16:creationId xmlns:a16="http://schemas.microsoft.com/office/drawing/2014/main" id="{29DD8E10-702E-4B9E-969A-8EEAA955F03D}"/>
                </a:ext>
              </a:extLst>
            </p:cNvPr>
            <p:cNvCxnSpPr>
              <a:cxnSpLocks/>
              <a:stCxn id="131" idx="5"/>
              <a:endCxn id="271" idx="2"/>
            </p:cNvCxnSpPr>
            <p:nvPr/>
          </p:nvCxnSpPr>
          <p:spPr>
            <a:xfrm flipV="1">
              <a:off x="3475811" y="4840741"/>
              <a:ext cx="711938" cy="180146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1E822DC7-6E02-4B49-93B5-FFDF7433243A}"/>
                </a:ext>
              </a:extLst>
            </p:cNvPr>
            <p:cNvSpPr/>
            <p:nvPr/>
          </p:nvSpPr>
          <p:spPr>
            <a:xfrm>
              <a:off x="4114408" y="5111410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ESL</a:t>
              </a:r>
            </a:p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수정</a:t>
              </a:r>
            </a:p>
          </p:txBody>
        </p:sp>
        <p:cxnSp>
          <p:nvCxnSpPr>
            <p:cNvPr id="274" name="직선 화살표 연결선 273">
              <a:extLst>
                <a:ext uri="{FF2B5EF4-FFF2-40B4-BE49-F238E27FC236}">
                  <a16:creationId xmlns:a16="http://schemas.microsoft.com/office/drawing/2014/main" id="{4B2F8EE0-E08B-4012-848C-9784984FD698}"/>
                </a:ext>
              </a:extLst>
            </p:cNvPr>
            <p:cNvCxnSpPr>
              <a:cxnSpLocks/>
              <a:stCxn id="131" idx="5"/>
              <a:endCxn id="273" idx="0"/>
            </p:cNvCxnSpPr>
            <p:nvPr/>
          </p:nvCxnSpPr>
          <p:spPr>
            <a:xfrm>
              <a:off x="3475811" y="5020887"/>
              <a:ext cx="978685" cy="90523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타원 274">
              <a:extLst>
                <a:ext uri="{FF2B5EF4-FFF2-40B4-BE49-F238E27FC236}">
                  <a16:creationId xmlns:a16="http://schemas.microsoft.com/office/drawing/2014/main" id="{B5C77603-DE79-44AF-95BC-EB798D2834A2}"/>
                </a:ext>
              </a:extLst>
            </p:cNvPr>
            <p:cNvSpPr/>
            <p:nvPr/>
          </p:nvSpPr>
          <p:spPr>
            <a:xfrm>
              <a:off x="3756983" y="5490882"/>
              <a:ext cx="680176" cy="370274"/>
            </a:xfrm>
            <a:prstGeom prst="ellipse">
              <a:avLst/>
            </a:prstGeom>
            <a:ln w="12700">
              <a:solidFill>
                <a:srgbClr val="D1B7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ESL </a:t>
              </a:r>
            </a:p>
            <a:p>
              <a:pPr algn="ctr"/>
              <a:r>
                <a:rPr lang="ko-KR" altLang="en-US" sz="8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검색</a:t>
              </a:r>
            </a:p>
          </p:txBody>
        </p:sp>
        <p:cxnSp>
          <p:nvCxnSpPr>
            <p:cNvPr id="278" name="직선 화살표 연결선 277">
              <a:extLst>
                <a:ext uri="{FF2B5EF4-FFF2-40B4-BE49-F238E27FC236}">
                  <a16:creationId xmlns:a16="http://schemas.microsoft.com/office/drawing/2014/main" id="{B6F1CDA0-07D9-4E79-853C-E1F13FC5DF5F}"/>
                </a:ext>
              </a:extLst>
            </p:cNvPr>
            <p:cNvCxnSpPr>
              <a:cxnSpLocks/>
              <a:stCxn id="131" idx="5"/>
              <a:endCxn id="275" idx="0"/>
            </p:cNvCxnSpPr>
            <p:nvPr/>
          </p:nvCxnSpPr>
          <p:spPr>
            <a:xfrm>
              <a:off x="3475811" y="5020887"/>
              <a:ext cx="621260" cy="469995"/>
            </a:xfrm>
            <a:prstGeom prst="straightConnector1">
              <a:avLst/>
            </a:prstGeom>
            <a:ln w="12700">
              <a:solidFill>
                <a:srgbClr val="D1B7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3" name="타원 302">
            <a:extLst>
              <a:ext uri="{FF2B5EF4-FFF2-40B4-BE49-F238E27FC236}">
                <a16:creationId xmlns:a16="http://schemas.microsoft.com/office/drawing/2014/main" id="{BB66B34B-CF3C-41BC-B025-AFF2B16265CC}"/>
              </a:ext>
            </a:extLst>
          </p:cNvPr>
          <p:cNvSpPr/>
          <p:nvPr/>
        </p:nvSpPr>
        <p:spPr>
          <a:xfrm>
            <a:off x="7038451" y="2967414"/>
            <a:ext cx="940053" cy="481527"/>
          </a:xfrm>
          <a:prstGeom prst="ellipse">
            <a:avLst/>
          </a:prstGeom>
          <a:ln w="12700">
            <a:solidFill>
              <a:srgbClr val="D1B7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algn="ctr"/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상세</a:t>
            </a:r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조회</a:t>
            </a:r>
          </a:p>
        </p:txBody>
      </p:sp>
      <p:sp>
        <p:nvSpPr>
          <p:cNvPr id="398" name="타원 397">
            <a:extLst>
              <a:ext uri="{FF2B5EF4-FFF2-40B4-BE49-F238E27FC236}">
                <a16:creationId xmlns:a16="http://schemas.microsoft.com/office/drawing/2014/main" id="{2CFCC5AE-1114-485C-B2A0-BB112C29C6B7}"/>
              </a:ext>
            </a:extLst>
          </p:cNvPr>
          <p:cNvSpPr/>
          <p:nvPr/>
        </p:nvSpPr>
        <p:spPr>
          <a:xfrm>
            <a:off x="6748424" y="5870547"/>
            <a:ext cx="952122" cy="481527"/>
          </a:xfrm>
          <a:prstGeom prst="ellipse">
            <a:avLst/>
          </a:prstGeom>
          <a:ln w="12700">
            <a:solidFill>
              <a:srgbClr val="D1B7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 정보</a:t>
            </a:r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algn="ctr"/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상세 조회</a:t>
            </a:r>
          </a:p>
        </p:txBody>
      </p:sp>
      <p:sp>
        <p:nvSpPr>
          <p:cNvPr id="448" name="타원 447">
            <a:extLst>
              <a:ext uri="{FF2B5EF4-FFF2-40B4-BE49-F238E27FC236}">
                <a16:creationId xmlns:a16="http://schemas.microsoft.com/office/drawing/2014/main" id="{40630915-C87B-43E7-B72C-7FBFCF9BC711}"/>
              </a:ext>
            </a:extLst>
          </p:cNvPr>
          <p:cNvSpPr/>
          <p:nvPr/>
        </p:nvSpPr>
        <p:spPr>
          <a:xfrm>
            <a:off x="6717253" y="4996450"/>
            <a:ext cx="980856" cy="481527"/>
          </a:xfrm>
          <a:prstGeom prst="ellipse">
            <a:avLst/>
          </a:prstGeom>
          <a:ln w="12700">
            <a:solidFill>
              <a:srgbClr val="D1B7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정보</a:t>
            </a:r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algn="ctr"/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상세 조회</a:t>
            </a:r>
          </a:p>
        </p:txBody>
      </p:sp>
      <p:grpSp>
        <p:nvGrpSpPr>
          <p:cNvPr id="467" name="그룹 466">
            <a:extLst>
              <a:ext uri="{FF2B5EF4-FFF2-40B4-BE49-F238E27FC236}">
                <a16:creationId xmlns:a16="http://schemas.microsoft.com/office/drawing/2014/main" id="{A3C5F2AE-D82E-4F42-B0D9-ECC1844A3AC0}"/>
              </a:ext>
            </a:extLst>
          </p:cNvPr>
          <p:cNvGrpSpPr/>
          <p:nvPr/>
        </p:nvGrpSpPr>
        <p:grpSpPr>
          <a:xfrm>
            <a:off x="6195838" y="3208178"/>
            <a:ext cx="842613" cy="316835"/>
            <a:chOff x="6195838" y="3208178"/>
            <a:chExt cx="842613" cy="316835"/>
          </a:xfrm>
        </p:grpSpPr>
        <p:cxnSp>
          <p:nvCxnSpPr>
            <p:cNvPr id="463" name="직선 화살표 연결선 462">
              <a:extLst>
                <a:ext uri="{FF2B5EF4-FFF2-40B4-BE49-F238E27FC236}">
                  <a16:creationId xmlns:a16="http://schemas.microsoft.com/office/drawing/2014/main" id="{38064A2E-8369-45A7-BF75-66ECD53FD78E}"/>
                </a:ext>
              </a:extLst>
            </p:cNvPr>
            <p:cNvCxnSpPr>
              <a:cxnSpLocks/>
              <a:stCxn id="303" idx="2"/>
              <a:endCxn id="221" idx="6"/>
            </p:cNvCxnSpPr>
            <p:nvPr/>
          </p:nvCxnSpPr>
          <p:spPr>
            <a:xfrm flipH="1">
              <a:off x="6195838" y="3208178"/>
              <a:ext cx="842613" cy="167854"/>
            </a:xfrm>
            <a:prstGeom prst="straightConnector1">
              <a:avLst/>
            </a:prstGeom>
            <a:ln w="12700">
              <a:solidFill>
                <a:srgbClr val="D1B79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E043B1D3-4877-4492-BE26-642947DE7501}"/>
                </a:ext>
              </a:extLst>
            </p:cNvPr>
            <p:cNvSpPr txBox="1"/>
            <p:nvPr/>
          </p:nvSpPr>
          <p:spPr>
            <a:xfrm>
              <a:off x="6530723" y="3294181"/>
              <a:ext cx="49796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확장</a:t>
              </a:r>
            </a:p>
          </p:txBody>
        </p:sp>
      </p:grpSp>
      <p:grpSp>
        <p:nvGrpSpPr>
          <p:cNvPr id="468" name="그룹 467">
            <a:extLst>
              <a:ext uri="{FF2B5EF4-FFF2-40B4-BE49-F238E27FC236}">
                <a16:creationId xmlns:a16="http://schemas.microsoft.com/office/drawing/2014/main" id="{292E63CB-DC9C-4861-BA68-9D6576AF183E}"/>
              </a:ext>
            </a:extLst>
          </p:cNvPr>
          <p:cNvGrpSpPr/>
          <p:nvPr/>
        </p:nvGrpSpPr>
        <p:grpSpPr>
          <a:xfrm>
            <a:off x="7840836" y="2583650"/>
            <a:ext cx="527717" cy="454282"/>
            <a:chOff x="7134653" y="2171652"/>
            <a:chExt cx="527717" cy="454282"/>
          </a:xfrm>
        </p:grpSpPr>
        <p:cxnSp>
          <p:nvCxnSpPr>
            <p:cNvPr id="469" name="직선 화살표 연결선 468">
              <a:extLst>
                <a:ext uri="{FF2B5EF4-FFF2-40B4-BE49-F238E27FC236}">
                  <a16:creationId xmlns:a16="http://schemas.microsoft.com/office/drawing/2014/main" id="{42F45BC1-7361-4878-BFE0-B6D5EF41976A}"/>
                </a:ext>
              </a:extLst>
            </p:cNvPr>
            <p:cNvCxnSpPr>
              <a:cxnSpLocks/>
              <a:stCxn id="303" idx="7"/>
              <a:endCxn id="27" idx="2"/>
            </p:cNvCxnSpPr>
            <p:nvPr/>
          </p:nvCxnSpPr>
          <p:spPr>
            <a:xfrm flipV="1">
              <a:off x="7134653" y="2269234"/>
              <a:ext cx="489036" cy="356700"/>
            </a:xfrm>
            <a:prstGeom prst="straightConnector1">
              <a:avLst/>
            </a:prstGeom>
            <a:ln w="12700">
              <a:solidFill>
                <a:srgbClr val="D1B79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2A43C254-D495-4645-8118-70A80A6DDB96}"/>
                </a:ext>
              </a:extLst>
            </p:cNvPr>
            <p:cNvSpPr txBox="1"/>
            <p:nvPr/>
          </p:nvSpPr>
          <p:spPr>
            <a:xfrm>
              <a:off x="7164408" y="2171652"/>
              <a:ext cx="49796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확장</a:t>
              </a:r>
            </a:p>
          </p:txBody>
        </p:sp>
      </p:grpSp>
      <p:grpSp>
        <p:nvGrpSpPr>
          <p:cNvPr id="477" name="그룹 476">
            <a:extLst>
              <a:ext uri="{FF2B5EF4-FFF2-40B4-BE49-F238E27FC236}">
                <a16:creationId xmlns:a16="http://schemas.microsoft.com/office/drawing/2014/main" id="{2381D24A-9786-4F0E-9361-B46813367EA5}"/>
              </a:ext>
            </a:extLst>
          </p:cNvPr>
          <p:cNvGrpSpPr/>
          <p:nvPr/>
        </p:nvGrpSpPr>
        <p:grpSpPr>
          <a:xfrm>
            <a:off x="6166804" y="4962088"/>
            <a:ext cx="793657" cy="445371"/>
            <a:chOff x="6319303" y="2466076"/>
            <a:chExt cx="793657" cy="445371"/>
          </a:xfrm>
        </p:grpSpPr>
        <p:cxnSp>
          <p:nvCxnSpPr>
            <p:cNvPr id="478" name="직선 화살표 연결선 477">
              <a:extLst>
                <a:ext uri="{FF2B5EF4-FFF2-40B4-BE49-F238E27FC236}">
                  <a16:creationId xmlns:a16="http://schemas.microsoft.com/office/drawing/2014/main" id="{9D2CCAB8-3AE6-494B-9322-9FAA3B323DA0}"/>
                </a:ext>
              </a:extLst>
            </p:cNvPr>
            <p:cNvCxnSpPr>
              <a:cxnSpLocks/>
              <a:stCxn id="448" idx="3"/>
              <a:endCxn id="275" idx="5"/>
            </p:cNvCxnSpPr>
            <p:nvPr/>
          </p:nvCxnSpPr>
          <p:spPr>
            <a:xfrm flipH="1" flipV="1">
              <a:off x="6319303" y="2466076"/>
              <a:ext cx="694092" cy="445371"/>
            </a:xfrm>
            <a:prstGeom prst="straightConnector1">
              <a:avLst/>
            </a:prstGeom>
            <a:ln w="12700">
              <a:solidFill>
                <a:srgbClr val="D1B79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D8959770-949F-4220-8F10-28D4E560081D}"/>
                </a:ext>
              </a:extLst>
            </p:cNvPr>
            <p:cNvSpPr txBox="1"/>
            <p:nvPr/>
          </p:nvSpPr>
          <p:spPr>
            <a:xfrm>
              <a:off x="6614998" y="2634315"/>
              <a:ext cx="49796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확장</a:t>
              </a:r>
            </a:p>
          </p:txBody>
        </p:sp>
      </p:grpSp>
      <p:grpSp>
        <p:nvGrpSpPr>
          <p:cNvPr id="480" name="그룹 479">
            <a:extLst>
              <a:ext uri="{FF2B5EF4-FFF2-40B4-BE49-F238E27FC236}">
                <a16:creationId xmlns:a16="http://schemas.microsoft.com/office/drawing/2014/main" id="{A9722145-F976-49DF-B3D3-E2F495252302}"/>
              </a:ext>
            </a:extLst>
          </p:cNvPr>
          <p:cNvGrpSpPr/>
          <p:nvPr/>
        </p:nvGrpSpPr>
        <p:grpSpPr>
          <a:xfrm>
            <a:off x="7554466" y="3774603"/>
            <a:ext cx="1057739" cy="1292365"/>
            <a:chOff x="6593333" y="2600044"/>
            <a:chExt cx="1057739" cy="1292365"/>
          </a:xfrm>
        </p:grpSpPr>
        <p:cxnSp>
          <p:nvCxnSpPr>
            <p:cNvPr id="481" name="직선 화살표 연결선 480">
              <a:extLst>
                <a:ext uri="{FF2B5EF4-FFF2-40B4-BE49-F238E27FC236}">
                  <a16:creationId xmlns:a16="http://schemas.microsoft.com/office/drawing/2014/main" id="{CD133691-57CF-4AE5-AB85-BABFC55A45A9}"/>
                </a:ext>
              </a:extLst>
            </p:cNvPr>
            <p:cNvCxnSpPr>
              <a:cxnSpLocks/>
              <a:stCxn id="448" idx="7"/>
              <a:endCxn id="39" idx="4"/>
            </p:cNvCxnSpPr>
            <p:nvPr/>
          </p:nvCxnSpPr>
          <p:spPr>
            <a:xfrm flipV="1">
              <a:off x="6593333" y="2600044"/>
              <a:ext cx="1057739" cy="1292365"/>
            </a:xfrm>
            <a:prstGeom prst="straightConnector1">
              <a:avLst/>
            </a:prstGeom>
            <a:ln w="12700">
              <a:solidFill>
                <a:srgbClr val="D1B79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163D435C-F0FE-4747-B77A-8862698C8578}"/>
                </a:ext>
              </a:extLst>
            </p:cNvPr>
            <p:cNvSpPr txBox="1"/>
            <p:nvPr/>
          </p:nvSpPr>
          <p:spPr>
            <a:xfrm>
              <a:off x="7064907" y="3071216"/>
              <a:ext cx="49796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확장</a:t>
              </a:r>
            </a:p>
          </p:txBody>
        </p:sp>
      </p:grpSp>
      <p:grpSp>
        <p:nvGrpSpPr>
          <p:cNvPr id="483" name="그룹 482">
            <a:extLst>
              <a:ext uri="{FF2B5EF4-FFF2-40B4-BE49-F238E27FC236}">
                <a16:creationId xmlns:a16="http://schemas.microsoft.com/office/drawing/2014/main" id="{97FEA079-0111-4BAF-BD79-5F05E574520A}"/>
              </a:ext>
            </a:extLst>
          </p:cNvPr>
          <p:cNvGrpSpPr/>
          <p:nvPr/>
        </p:nvGrpSpPr>
        <p:grpSpPr>
          <a:xfrm>
            <a:off x="4694285" y="6111311"/>
            <a:ext cx="2054139" cy="298055"/>
            <a:chOff x="5067288" y="3096454"/>
            <a:chExt cx="2054139" cy="298055"/>
          </a:xfrm>
        </p:grpSpPr>
        <p:cxnSp>
          <p:nvCxnSpPr>
            <p:cNvPr id="484" name="직선 화살표 연결선 483">
              <a:extLst>
                <a:ext uri="{FF2B5EF4-FFF2-40B4-BE49-F238E27FC236}">
                  <a16:creationId xmlns:a16="http://schemas.microsoft.com/office/drawing/2014/main" id="{8AA5D145-EC5B-4C1A-99BA-914E0CBA229D}"/>
                </a:ext>
              </a:extLst>
            </p:cNvPr>
            <p:cNvCxnSpPr>
              <a:cxnSpLocks/>
              <a:stCxn id="398" idx="2"/>
              <a:endCxn id="253" idx="6"/>
            </p:cNvCxnSpPr>
            <p:nvPr/>
          </p:nvCxnSpPr>
          <p:spPr>
            <a:xfrm flipH="1">
              <a:off x="5067288" y="3096454"/>
              <a:ext cx="2054139" cy="67223"/>
            </a:xfrm>
            <a:prstGeom prst="straightConnector1">
              <a:avLst/>
            </a:prstGeom>
            <a:ln w="12700">
              <a:solidFill>
                <a:srgbClr val="D1B79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F93B8F80-AEFC-46BA-B26C-48D462453C4C}"/>
                </a:ext>
              </a:extLst>
            </p:cNvPr>
            <p:cNvSpPr txBox="1"/>
            <p:nvPr/>
          </p:nvSpPr>
          <p:spPr>
            <a:xfrm>
              <a:off x="6292435" y="3163677"/>
              <a:ext cx="49796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확장</a:t>
              </a:r>
            </a:p>
          </p:txBody>
        </p:sp>
      </p:grpSp>
      <p:grpSp>
        <p:nvGrpSpPr>
          <p:cNvPr id="486" name="그룹 485">
            <a:extLst>
              <a:ext uri="{FF2B5EF4-FFF2-40B4-BE49-F238E27FC236}">
                <a16:creationId xmlns:a16="http://schemas.microsoft.com/office/drawing/2014/main" id="{A11B5129-B9B8-4523-A8B9-8FB677A5EC48}"/>
              </a:ext>
            </a:extLst>
          </p:cNvPr>
          <p:cNvGrpSpPr/>
          <p:nvPr/>
        </p:nvGrpSpPr>
        <p:grpSpPr>
          <a:xfrm>
            <a:off x="7700546" y="4601954"/>
            <a:ext cx="1529599" cy="1509357"/>
            <a:chOff x="5627319" y="2395682"/>
            <a:chExt cx="1529599" cy="1509357"/>
          </a:xfrm>
        </p:grpSpPr>
        <p:cxnSp>
          <p:nvCxnSpPr>
            <p:cNvPr id="487" name="직선 화살표 연결선 486">
              <a:extLst>
                <a:ext uri="{FF2B5EF4-FFF2-40B4-BE49-F238E27FC236}">
                  <a16:creationId xmlns:a16="http://schemas.microsoft.com/office/drawing/2014/main" id="{AEE6742A-567B-40FD-A6B2-C604F812E6CF}"/>
                </a:ext>
              </a:extLst>
            </p:cNvPr>
            <p:cNvCxnSpPr>
              <a:cxnSpLocks/>
              <a:stCxn id="398" idx="6"/>
              <a:endCxn id="17" idx="4"/>
            </p:cNvCxnSpPr>
            <p:nvPr/>
          </p:nvCxnSpPr>
          <p:spPr>
            <a:xfrm flipV="1">
              <a:off x="5627319" y="2395682"/>
              <a:ext cx="1529599" cy="1509357"/>
            </a:xfrm>
            <a:prstGeom prst="straightConnector1">
              <a:avLst/>
            </a:prstGeom>
            <a:ln w="12700">
              <a:solidFill>
                <a:srgbClr val="D1B79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67628150-25BC-4B4A-A057-0FE865B4DADE}"/>
                </a:ext>
              </a:extLst>
            </p:cNvPr>
            <p:cNvSpPr txBox="1"/>
            <p:nvPr/>
          </p:nvSpPr>
          <p:spPr>
            <a:xfrm>
              <a:off x="6530723" y="3294181"/>
              <a:ext cx="49796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확장</a:t>
              </a:r>
            </a:p>
          </p:txBody>
        </p:sp>
      </p:grp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F40F76AD-00A2-4230-9769-266CF09EC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277170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유스케이스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97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6D6F5-0B2E-46E0-A398-8A76D9C3DC54}"/>
              </a:ext>
            </a:extLst>
          </p:cNvPr>
          <p:cNvSpPr txBox="1"/>
          <p:nvPr/>
        </p:nvSpPr>
        <p:spPr>
          <a:xfrm>
            <a:off x="6176197" y="4820701"/>
            <a:ext cx="1325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pPr algn="ctr"/>
            <a:r>
              <a:rPr lang="ko-KR" altLang="en-US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관리자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80D8EAA-0DC9-4227-956F-4BAD1D22A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646" y="2404642"/>
            <a:ext cx="2048715" cy="2048715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F7F00F3-F95D-4AEC-A822-4D9397221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862171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327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8534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전시장은 일년에 한번만 개최되는 장소가 아니기 때문에 관리자는 목록을 확인하여 어떤 전시가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진행되었었고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앞으로 진행 예정인 전시를 확인할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 Relationships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Supporters: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 전용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원하는 전시장의 정보를 확인할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     1)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 전용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로그인하게 되면 지금까지 열렸던 전시회 목록이 보인다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     2)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전시회 목록 클릭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     3)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전시회에 대한 정보를 얻을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6D6F5-0B2E-46E0-A398-8A76D9C3DC5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전시장 목록 조회 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09AE566-ABA3-417E-8A91-E027FB010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31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메인페이지에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있는 도면을 통해 부스를 관리할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부스에 대한 정보를 얻기 위해 쓰여지는 기능이다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 Relationships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Supporters: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 전용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 하여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메인페이지에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있는 도면을 확인하여 부스를 클릭한다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부스에 대한 정보를 획득한 후 처리한다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기본정보를 확인할 경우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200150" lvl="2" indent="-285750">
              <a:buFontTx/>
              <a:buChar char="-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형태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독립부스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조립부스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가격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기술지원서비스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조명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전기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인터넷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급배스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 개수 확인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-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사용자가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대여할 때 부스별로 제한 개수가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정해져있다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부스의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 정보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-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대여한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기기의 상태를 알기 위한 기능이다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고장이 났을 경우 도면에서 빨간 표시가 나타난다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lvl="1"/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은 전시장의 현재상태가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준비중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＇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일때만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수정이 가능하도록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설정해두었다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부스 정보 조회 및 관리 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2D18AFD-3C46-4B8D-9B59-5AB0E6C01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937743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298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전시 기간이 끝나면 사용자들은 대여한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기기를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반납해야한다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 Relationships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Supporters: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 전용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로그인하여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현황 목록에 들어간다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반납처리 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사용자들은 대여한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기기를 반납한다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현황 목록에 들어간다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대여한 사용자의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와 각각의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기기의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알맞은지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확인한다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각각의 기기의 현황을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반납완료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’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수정해준다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800100" lvl="1" indent="-342900">
              <a:buAutoNum type="arabicParenR"/>
            </a:pP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 현황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= [ ‘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대여중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‘, ‘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반납완료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’, ‘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파손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‘, ’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분실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’]</a:t>
            </a:r>
          </a:p>
          <a:p>
            <a:pPr lvl="1"/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ESL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기기 반납 처리 기능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2338630-7FE9-4FDB-B6A3-708A4F23C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45308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235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972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회원가입 오류로 인한 사용자페이지에서 등록 불가 혹은 다른 다양한 문제로 회원가입 불가시 사용자를 직접 등록할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관리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 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등록 기능을 실행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관리자가 등록한 사용자회원가입이 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관리페이지에 들어간다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회원가입에 필요한 필수정보를 입력한다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.(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아이디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패스워드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회사명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관리자명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회사사업자등록번호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등록버튼을 눌러 등록을 완료한다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대안흐름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E1.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이미 가입된 회사인 경우 이미 가입이 되었다는 메시지를 보여주고 등록 실패한다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E2.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중복된 아이디인 경우 중복되었다고 메시지를 보여주고 등록 실패한다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E3.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필수정보를 다 입력하지 않고 등록하려는 경우 필수정보를 입력하라는 메시지를 띄우고 등록 실패한다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추가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C16082D-7184-448B-A12D-87CC81AE7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887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709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탈퇴오류 또는 다양한 오류로 사용자가 탈퇴를 하지못할 때 혹은 블랙리스트 관리로 인한 삭제 시 사용자계정을 강제로 삭제 가능하다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관리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 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삭제 기능을 실행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관리자가 선택한 사용자의 삭제 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관리페이지에 들어간다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삭제할 사용자를 조회하고 선택한 뒤 삭제버튼을 누른다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비활성화가 아닌 삭제할 것인지 확인하는 메시지와 창을 띄운다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4)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사용자계정 삭제를 완료한다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대안흐름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E1.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삭제할 사용자를 선택 안하고 삭제를 할 경우 사용자를 선택해 달라는 메시지를 보여주고 삭제 실패한다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삭제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680C976-7DD3-47CD-81C7-8BF7C24E7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132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81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사용자 현황 및 관리를 위해 사용자의 정보를 조회할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또한 관리자 메인 페이지에서 회사명을 검색하여 부스의 위치를 파악할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관리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 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검색 기능을 실행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관리자가 검색한 사용자의 정보표현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관리페이지에 들어간다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조회할 사용자를 타이핑하고 검색버튼을 누른다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조회한 사용자정보를 표시한다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대안흐름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E1.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오타 혹은 없는 사용자일 경우 없다는 메시지를 보여준 뒤 조회실패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조회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3C7D498-5638-4493-BDEC-BDE40EDF9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164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182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사용자의 계정관리를 위해 권한을 설정할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관리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 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권한을 수정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관리자가 수정한 사용자의 권한내용 반영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관리페이지에 들어간다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사용자를 선택한 후 권한설정버튼을 누른다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원하는 사용자권한을 수정한다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.(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계정 활성화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비활성화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4)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수정버튼을 통해 수정을 완료한다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대안흐름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예외흐름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권한 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A7D3758-DACA-4C80-900D-B0521CAF4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479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548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연동을 관리할 수 있고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표시될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UI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정보를 관리할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관리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연결현황 확인 및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UI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업로드 및 수정 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 현황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ESL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관리페이지에 들어간다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연결현황을 확인한다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(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연결성공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연결실패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UI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ESL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관리페이지에 들어간다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ESL UI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정보를 등록한다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화면에 표시될 정보 및 이미지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ESL UI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완료버튼을 통해 저장한다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ESL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연동 및 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C64CD76-34D0-4957-864D-D00BBCADD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629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6D6F5-0B2E-46E0-A398-8A76D9C3DC54}"/>
              </a:ext>
            </a:extLst>
          </p:cNvPr>
          <p:cNvSpPr txBox="1"/>
          <p:nvPr/>
        </p:nvSpPr>
        <p:spPr>
          <a:xfrm>
            <a:off x="6105859" y="4820701"/>
            <a:ext cx="1325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pPr algn="ctr"/>
            <a:r>
              <a:rPr lang="ko-KR" altLang="en-US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D7F41C3-867B-4220-8EA6-22B3EB70C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902" y="2484232"/>
            <a:ext cx="2039815" cy="2039815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4487990-B2F1-476A-BB8C-46EC91EE6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80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536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회원가입을 하지않은 사용자는 부스예약을 하기위해 먼저 회원가입 페이지에서 입력란에 해당정보를 입력하여 회원가입을 해야 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는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회원가입 페이지에서 해당정보를 입력하여 가입을 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회원가입 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현재 부스 예약현황을 보며 예약가능한 부스를 예약할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회원가입 페이지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사용자는 회원가입 페이지에 들어간다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회사명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회사고유번호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담당자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이메일 등 회원가입하기 위해 필요한 정보를 입력한다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회원가입 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UI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사용자는 회원가입 후 현재 부스의 예약현황을 볼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예약가능한 부스를 선택하여 예약을 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회원가입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9E1E015-E1F9-49C2-A37D-EF314672C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987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536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사용자는 먼저 로그인을 하여 현재 부스의 예약상태를 볼 수 있으며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 중 예약가능한 부스를 선택하여 예약을 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는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현재 부스 예약현황을 보며 예약가능한 부스를 예약할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로그인 페이지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사용자는 로그인 페이지에 들어간다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입력란에 해당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와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pw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입력한다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로그인 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UI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사용자는 로그인 후 현재 부스의 예약현황을 볼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예약가능한 부스를 선택하여 예약을 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3C684E3-9C6B-4E66-8CE6-B98F77D23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07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47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소속 기업이 사용할 부스를 예약할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각 기업의 사용자는 예약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로그인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 배치도에서 예약한 부스가 다른 색으로 활성화 표시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 예약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1)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 매니지먼트 메뉴에서 부스 예약 메뉴 클릭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2)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예약 양식에 맞게 신청서 작성 후 제출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3)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메인 페이지의 부스 배치도에서 예약한 부스를 클릭 시 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제대로 사용자의 기업의 정보가 표시되는지 확인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9725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부스 예약 기능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83AA953-69D9-40A7-9105-6A7A0FA87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605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9725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부스 예약 기능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679FF35-A4B5-4050-BF62-25D7EA6E6841}"/>
              </a:ext>
            </a:extLst>
          </p:cNvPr>
          <p:cNvSpPr/>
          <p:nvPr/>
        </p:nvSpPr>
        <p:spPr>
          <a:xfrm>
            <a:off x="2916819" y="2368238"/>
            <a:ext cx="8067555" cy="3210037"/>
          </a:xfrm>
          <a:prstGeom prst="roundRect">
            <a:avLst>
              <a:gd name="adj" fmla="val 464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DE252A6-61F3-45DB-872B-7489C723C89B}"/>
              </a:ext>
            </a:extLst>
          </p:cNvPr>
          <p:cNvGrpSpPr/>
          <p:nvPr/>
        </p:nvGrpSpPr>
        <p:grpSpPr>
          <a:xfrm>
            <a:off x="4272741" y="3707760"/>
            <a:ext cx="599957" cy="1173857"/>
            <a:chOff x="3289138" y="3707760"/>
            <a:chExt cx="599957" cy="1173857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0ADAAFC3-3798-422A-A14F-00D64F9EEDA2}"/>
                </a:ext>
              </a:extLst>
            </p:cNvPr>
            <p:cNvSpPr/>
            <p:nvPr/>
          </p:nvSpPr>
          <p:spPr>
            <a:xfrm>
              <a:off x="3289139" y="3707760"/>
              <a:ext cx="599956" cy="1173857"/>
            </a:xfrm>
            <a:prstGeom prst="roundRect">
              <a:avLst>
                <a:gd name="adj" fmla="val 464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044C910-495D-418D-A27A-5A003F3945FE}"/>
                </a:ext>
              </a:extLst>
            </p:cNvPr>
            <p:cNvSpPr txBox="1"/>
            <p:nvPr/>
          </p:nvSpPr>
          <p:spPr>
            <a:xfrm>
              <a:off x="3289138" y="3863801"/>
              <a:ext cx="599957" cy="861774"/>
            </a:xfrm>
            <a:prstGeom prst="rect">
              <a:avLst/>
            </a:prstGeom>
            <a:noFill/>
          </p:spPr>
          <p:txBody>
            <a:bodyPr vert="horz" wrap="square" rtlCol="0" anchor="ctr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ES</a:t>
              </a:r>
            </a:p>
            <a:p>
              <a:pPr algn="ctr"/>
              <a:r>
                <a: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-</a:t>
              </a:r>
            </a:p>
            <a:p>
              <a:pPr algn="ctr"/>
              <a:r>
                <a: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001</a:t>
              </a:r>
              <a:endPara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736CECD-E6F3-4808-A569-F5F35BB078D7}"/>
              </a:ext>
            </a:extLst>
          </p:cNvPr>
          <p:cNvGrpSpPr/>
          <p:nvPr/>
        </p:nvGrpSpPr>
        <p:grpSpPr>
          <a:xfrm>
            <a:off x="6604319" y="3707759"/>
            <a:ext cx="599957" cy="1173857"/>
            <a:chOff x="3289138" y="3707760"/>
            <a:chExt cx="599957" cy="1173857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3DF731D-0B78-4A32-A9FA-BAE37D4449C6}"/>
                </a:ext>
              </a:extLst>
            </p:cNvPr>
            <p:cNvSpPr/>
            <p:nvPr/>
          </p:nvSpPr>
          <p:spPr>
            <a:xfrm>
              <a:off x="3289139" y="3707760"/>
              <a:ext cx="599956" cy="1173857"/>
            </a:xfrm>
            <a:prstGeom prst="roundRect">
              <a:avLst>
                <a:gd name="adj" fmla="val 464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E30575-3E01-4834-A4C5-5DC99D6D84EE}"/>
                </a:ext>
              </a:extLst>
            </p:cNvPr>
            <p:cNvSpPr txBox="1"/>
            <p:nvPr/>
          </p:nvSpPr>
          <p:spPr>
            <a:xfrm>
              <a:off x="3289138" y="3863801"/>
              <a:ext cx="599957" cy="861774"/>
            </a:xfrm>
            <a:prstGeom prst="rect">
              <a:avLst/>
            </a:prstGeom>
            <a:noFill/>
          </p:spPr>
          <p:txBody>
            <a:bodyPr vert="horz" wrap="square" rtlCol="0" anchor="ctr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ES</a:t>
              </a:r>
            </a:p>
            <a:p>
              <a:pPr algn="ctr"/>
              <a:r>
                <a: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-</a:t>
              </a:r>
            </a:p>
            <a:p>
              <a:pPr algn="ctr"/>
              <a:r>
                <a: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001</a:t>
              </a:r>
              <a:endPara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0A67399-DCCF-406A-8885-C72BA783AAAA}"/>
              </a:ext>
            </a:extLst>
          </p:cNvPr>
          <p:cNvGrpSpPr/>
          <p:nvPr/>
        </p:nvGrpSpPr>
        <p:grpSpPr>
          <a:xfrm>
            <a:off x="8935898" y="3688470"/>
            <a:ext cx="599957" cy="1173857"/>
            <a:chOff x="3289138" y="3707760"/>
            <a:chExt cx="599957" cy="1173857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11B5F0E-EF07-4E4E-8FA9-07B6A30CDB4F}"/>
                </a:ext>
              </a:extLst>
            </p:cNvPr>
            <p:cNvSpPr/>
            <p:nvPr/>
          </p:nvSpPr>
          <p:spPr>
            <a:xfrm>
              <a:off x="3289139" y="3707760"/>
              <a:ext cx="599956" cy="1173857"/>
            </a:xfrm>
            <a:prstGeom prst="roundRect">
              <a:avLst>
                <a:gd name="adj" fmla="val 4647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9CFDA6E-7B8E-4519-9E5F-BF1101F05E70}"/>
                </a:ext>
              </a:extLst>
            </p:cNvPr>
            <p:cNvSpPr txBox="1"/>
            <p:nvPr/>
          </p:nvSpPr>
          <p:spPr>
            <a:xfrm>
              <a:off x="3289138" y="3863801"/>
              <a:ext cx="599957" cy="861774"/>
            </a:xfrm>
            <a:prstGeom prst="rect">
              <a:avLst/>
            </a:prstGeom>
            <a:noFill/>
          </p:spPr>
          <p:txBody>
            <a:bodyPr vert="horz" wrap="square" rtlCol="0" anchor="ctr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ES</a:t>
              </a:r>
            </a:p>
            <a:p>
              <a:pPr algn="ctr"/>
              <a:r>
                <a: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-</a:t>
              </a:r>
            </a:p>
            <a:p>
              <a:pPr algn="ctr"/>
              <a:r>
                <a: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001</a:t>
              </a:r>
              <a:endPara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85C7B73-2DCD-47CE-91EA-807B51CC6CCE}"/>
              </a:ext>
            </a:extLst>
          </p:cNvPr>
          <p:cNvSpPr txBox="1"/>
          <p:nvPr/>
        </p:nvSpPr>
        <p:spPr>
          <a:xfrm>
            <a:off x="3981691" y="3071406"/>
            <a:ext cx="119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예약가능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12C5E0-1CB2-41FC-B34E-455419FF72BB}"/>
              </a:ext>
            </a:extLst>
          </p:cNvPr>
          <p:cNvSpPr txBox="1"/>
          <p:nvPr/>
        </p:nvSpPr>
        <p:spPr>
          <a:xfrm>
            <a:off x="6308201" y="3071406"/>
            <a:ext cx="119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예약중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7DF1DF-80A9-443F-A056-2568C6824583}"/>
              </a:ext>
            </a:extLst>
          </p:cNvPr>
          <p:cNvSpPr txBox="1"/>
          <p:nvPr/>
        </p:nvSpPr>
        <p:spPr>
          <a:xfrm>
            <a:off x="8639779" y="3071406"/>
            <a:ext cx="119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예약불가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E2DF145-894F-4F30-AD1E-67EAE8631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205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3848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사용자는 기업의 상품을 소개하는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의내용을 수정할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각 기업의 사용자는 수정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로그인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수정한 내용 표시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내용 수정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1)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 매니지먼트 메뉴에서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에디터 메뉴 클릭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2)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양식에 맞게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내용 수정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3)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수정 내용 제출시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반영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ESL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에디터 기능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DD67651-D503-46B8-A35F-304755DC7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341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3848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사용자는 소속 기업의 소개를 하는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ESL(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상품 소개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 다른 모델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의내용을 수정할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각 기업의 사용자는 수정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로그인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수정한 내용 표시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내용 수정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1)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부스 매니지먼트 메뉴에서 </a:t>
            </a:r>
            <a:r>
              <a:rPr lang="en-US" altLang="ko-KR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CorpInfo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Editor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메뉴 클릭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2)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양식에 맞게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내용 수정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3)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수정 내용 제출시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반영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기업 소개 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ESL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수정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321B7B3-33D2-428F-B967-2DBF5E6F7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51656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1816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식별자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5" y="1279725"/>
            <a:ext cx="4756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유스케이스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식별자 목록</a:t>
            </a:r>
          </a:p>
        </p:txBody>
      </p:sp>
      <p:graphicFrame>
        <p:nvGraphicFramePr>
          <p:cNvPr id="29" name="표 2">
            <a:extLst>
              <a:ext uri="{FF2B5EF4-FFF2-40B4-BE49-F238E27FC236}">
                <a16:creationId xmlns:a16="http://schemas.microsoft.com/office/drawing/2014/main" id="{E16E8343-85C0-4DB8-B84B-2630604CB6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5943246"/>
              </p:ext>
            </p:extLst>
          </p:nvPr>
        </p:nvGraphicFramePr>
        <p:xfrm>
          <a:off x="2208757" y="1894399"/>
          <a:ext cx="4833087" cy="452164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60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284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sym typeface="Wingdings"/>
                        </a:rPr>
                        <a:t>식별자</a:t>
                      </a:r>
                      <a:r>
                        <a:rPr lang="en-US" altLang="ko-KR" sz="160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sym typeface="Wingdings"/>
                        </a:rPr>
                        <a:t>cc</a:t>
                      </a:r>
                      <a:endParaRPr lang="ko-KR" altLang="en-US" sz="160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sym typeface="Wingdings"/>
                        </a:rPr>
                        <a:t>권한</a:t>
                      </a:r>
                      <a:endParaRPr lang="ko-KR" altLang="en-US" sz="160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sym typeface="Wingdings"/>
                        </a:rPr>
                        <a:t>설명</a:t>
                      </a:r>
                      <a:endParaRPr lang="ko-KR" altLang="en-US" sz="160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en-US" altLang="ko-KR" sz="105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RQ-0001</a:t>
                      </a:r>
                      <a:endParaRPr lang="en-US" altLang="ko-KR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b="0" i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05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j-cs"/>
                          <a:sym typeface="Wingdings"/>
                        </a:rPr>
                        <a:t>로그인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12670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en-US" altLang="ko-KR" sz="105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RQ-0002</a:t>
                      </a:r>
                      <a:endParaRPr lang="en-US" altLang="ko-KR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05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j-cs"/>
                          <a:sym typeface="Wingdings"/>
                        </a:rPr>
                        <a:t>사용자 관리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620891"/>
                  </a:ext>
                </a:extLst>
              </a:tr>
              <a:tr h="246115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en-US" altLang="ko-KR" sz="105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RQ-0003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사용자 추가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RQ-0004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사용자 수정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194749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RQ-0005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사용자 삭제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571776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RQ-0006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사용자 검색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950228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RQ-0007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사용자 권한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699389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RQ-0008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부스관리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22125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RQ-0009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부스 수정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549437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RQ-0010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부스 삭제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870404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RQ-0011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부스 검색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658221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RQ-0012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ESL</a:t>
                      </a: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관리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78203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RQ-0013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연결상태</a:t>
                      </a: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</a:t>
                      </a: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변경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76859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RQ-0014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ESL </a:t>
                      </a: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기기 추가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82433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RQ-0015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ESL </a:t>
                      </a: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기기 수정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018829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RQ-0016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ESL </a:t>
                      </a: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기기 삭제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776680"/>
                  </a:ext>
                </a:extLst>
              </a:tr>
              <a:tr h="24607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RQ-0017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ko-KR" altLang="en-US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ESL </a:t>
                      </a: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기기 검색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912957"/>
                  </a:ext>
                </a:extLst>
              </a:tr>
            </a:tbl>
          </a:graphicData>
        </a:graphic>
      </p:graphicFrame>
      <p:graphicFrame>
        <p:nvGraphicFramePr>
          <p:cNvPr id="9" name="표 2">
            <a:extLst>
              <a:ext uri="{FF2B5EF4-FFF2-40B4-BE49-F238E27FC236}">
                <a16:creationId xmlns:a16="http://schemas.microsoft.com/office/drawing/2014/main" id="{7A9539EC-3AA7-4B93-825B-3ABA78FF94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5710121"/>
              </p:ext>
            </p:extLst>
          </p:nvPr>
        </p:nvGraphicFramePr>
        <p:xfrm>
          <a:off x="7041844" y="1894401"/>
          <a:ext cx="4833087" cy="254941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60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805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sym typeface="Wingdings"/>
                        </a:rPr>
                        <a:t>식별자</a:t>
                      </a:r>
                      <a:r>
                        <a:rPr lang="en-US" altLang="ko-KR" sz="160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sym typeface="Wingdings"/>
                        </a:rPr>
                        <a:t>cc</a:t>
                      </a:r>
                      <a:endParaRPr lang="ko-KR" altLang="en-US" sz="160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sym typeface="Wingdings"/>
                        </a:rPr>
                        <a:t>권한</a:t>
                      </a:r>
                      <a:endParaRPr lang="ko-KR" altLang="en-US" sz="160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sym typeface="Wingdings"/>
                        </a:rPr>
                        <a:t>설명</a:t>
                      </a:r>
                      <a:endParaRPr lang="ko-KR" altLang="en-US" sz="160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30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RQ-0018</a:t>
                      </a:r>
                      <a:endParaRPr lang="en-US" altLang="ko-KR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사용자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05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회원가입 관리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12670"/>
                  </a:ext>
                </a:extLst>
              </a:tr>
              <a:tr h="245730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RQ-0019</a:t>
                      </a:r>
                      <a:endParaRPr lang="en-US" altLang="ko-KR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사용자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05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로그인 관리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620891"/>
                  </a:ext>
                </a:extLst>
              </a:tr>
              <a:tr h="245765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RQ-0020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사용자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en-US" altLang="ko-KR" sz="105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ESL</a:t>
                      </a:r>
                      <a:r>
                        <a:rPr lang="ko-KR" altLang="en-US" sz="105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에디터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730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RQ-0021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사용자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05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물품정보 게시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194749"/>
                  </a:ext>
                </a:extLst>
              </a:tr>
              <a:tr h="245730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RQ-0022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사용자</a:t>
                      </a:r>
                      <a:endParaRPr lang="ko-KR" altLang="en-US" sz="1050" b="0" i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05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회사정보 게시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571776"/>
                  </a:ext>
                </a:extLst>
              </a:tr>
              <a:tr h="245730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RQ-0023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05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사용자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050" b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sym typeface="Wingdings"/>
                        </a:rPr>
                        <a:t>부스 예약 및 취소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950228"/>
                  </a:ext>
                </a:extLst>
              </a:tr>
              <a:tr h="245730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RQ-0024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05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j-cs"/>
                          <a:sym typeface="Wingdings"/>
                        </a:rPr>
                        <a:t>사용자</a:t>
                      </a:r>
                      <a:r>
                        <a:rPr lang="en-US" altLang="ko-KR" sz="105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j-cs"/>
                          <a:sym typeface="Wingdings"/>
                        </a:rPr>
                        <a:t>, </a:t>
                      </a:r>
                      <a:r>
                        <a:rPr lang="ko-KR" altLang="en-US" sz="105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j-cs"/>
                          <a:sym typeface="Wingdings"/>
                        </a:rPr>
                        <a:t>관리자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사용자 정보 상세 조회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699389"/>
                  </a:ext>
                </a:extLst>
              </a:tr>
              <a:tr h="245730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RQ-0025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b="0" i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사용자</a:t>
                      </a:r>
                      <a:r>
                        <a:rPr lang="en-US" altLang="ko-KR" sz="1050" b="0" i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, </a:t>
                      </a:r>
                      <a:r>
                        <a:rPr lang="ko-KR" altLang="en-US" sz="1050" b="0" i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ESL </a:t>
                      </a: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정보 상세 조회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22125"/>
                  </a:ext>
                </a:extLst>
              </a:tr>
              <a:tr h="245730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kumimoji="0" lang="en-US" altLang="ko-KR" sz="1050" b="0" i="0" u="none" strike="noStrike" kern="1200" cap="none" spc="5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uLnTx/>
                          <a:uFillTx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RQ-0026</a:t>
                      </a:r>
                      <a:endParaRPr lang="ko-KR" altLang="en-US" sz="1050" b="0" i="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j-cs"/>
                        <a:sym typeface="Wingdings"/>
                      </a:endParaRP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b="0" i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사용자</a:t>
                      </a:r>
                      <a:r>
                        <a:rPr lang="en-US" altLang="ko-KR" sz="1050" b="0" i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, </a:t>
                      </a:r>
                      <a:r>
                        <a:rPr lang="ko-KR" altLang="en-US" sz="1050" b="0" i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  <a:sym typeface="Wingdings"/>
                        </a:rPr>
                        <a:t>관리자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부스 정보 상세 조회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54943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70F39DD-B457-4744-83BF-9973517D3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401085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552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클래스 다이어그램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319F98-B914-4C5D-A18F-5980081CA9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28" b="65728"/>
          <a:stretch/>
        </p:blipFill>
        <p:spPr>
          <a:xfrm>
            <a:off x="2881868" y="1488784"/>
            <a:ext cx="8259743" cy="4604570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9384A74-FE35-42FE-B7FC-41E6E2617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945257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953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클래스 다이어그램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BCA3D1-E20C-4BCB-8E2D-EA868586C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79" t="31045" r="25934" b="31741"/>
          <a:stretch/>
        </p:blipFill>
        <p:spPr>
          <a:xfrm>
            <a:off x="2968283" y="1659989"/>
            <a:ext cx="8693834" cy="4519246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125C33C-CDB8-45A9-A134-76E500D59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345057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584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클래스 다이어그램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07A42F-43D1-4908-B841-46F5A4D73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50" y="424820"/>
            <a:ext cx="5915025" cy="6115050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DFB0203-226B-47E6-84ED-4802C316D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345057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060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시퀀스 다이어그램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69DB9-5609-4A25-A285-4EF16FBD98B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관리자 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관리 시퀀스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166240-5FF6-48B9-BB06-1ED88C52C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970084"/>
            <a:ext cx="1207770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521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시퀀스 다이어그램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69DB9-5609-4A25-A285-4EF16FBD98B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관리자 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부스 관리 시퀀스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5DCBAF-4E93-4EEC-AC73-6E3B8FA3B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374" y="2161173"/>
            <a:ext cx="8572500" cy="417195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8EA2F69-4FE0-44BD-AE21-72DCCEBA4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913933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278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시퀀스 다이어그램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69DB9-5609-4A25-A285-4EF16FBD98B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관리자 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ESL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 시퀀스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5420F6-E0D9-4645-A604-347AA9DA5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862" y="1914525"/>
            <a:ext cx="10658475" cy="4943475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DCD7C47-A6CB-46BA-A998-9D744C207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44272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263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시퀀스 다이어그램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2EEB0C-00F1-4610-8BDF-6B1C09CFC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453" y="2170292"/>
            <a:ext cx="8616718" cy="40087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669DB9-5609-4A25-A285-4EF16FBD98B4}"/>
              </a:ext>
            </a:extLst>
          </p:cNvPr>
          <p:cNvSpPr txBox="1"/>
          <p:nvPr/>
        </p:nvSpPr>
        <p:spPr>
          <a:xfrm>
            <a:off x="2051876" y="1270760"/>
            <a:ext cx="4769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 회원가입 시퀀스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3FFE118-D8E2-4F62-AA32-D43086899970}"/>
              </a:ext>
            </a:extLst>
          </p:cNvPr>
          <p:cNvCxnSpPr/>
          <p:nvPr/>
        </p:nvCxnSpPr>
        <p:spPr>
          <a:xfrm>
            <a:off x="3052689" y="3587262"/>
            <a:ext cx="13504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72154B5-2E56-4635-964F-D5775F626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44272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367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시퀀스 다이어그램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69DB9-5609-4A25-A285-4EF16FBD98B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부스 예약 시퀀스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84BE54-0E59-4CB0-9888-48667DD9E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874" y="2024181"/>
            <a:ext cx="9766537" cy="4193733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F95CFC9-72F6-41E8-BFB9-FF04F861A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44272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847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시퀀스 다이어그램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69DB9-5609-4A25-A285-4EF16FBD98B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ESL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에디터 시퀀스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AD9048-2CB9-41CE-9E51-60EF29BE9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263" y="1997613"/>
            <a:ext cx="9583260" cy="426352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7CA2B6-4D2D-44A9-BB80-EE6972B92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44272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413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0354F1E-818E-4139-8BD3-16B1AA3E7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682298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데이터 베이스</a:t>
            </a:r>
            <a:endParaRPr lang="ko-KR" altLang="en-US" sz="32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79E54E-64DC-4D97-BA21-EEC0B786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365" y="2064191"/>
            <a:ext cx="4223838" cy="33456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09A6D67-0F17-4D7C-8959-724EA439C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0"/>
            <a:ext cx="8658225" cy="6858000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0FFBBFD-4933-4A10-8351-A97ECDF853EA}"/>
              </a:ext>
            </a:extLst>
          </p:cNvPr>
          <p:cNvSpPr/>
          <p:nvPr/>
        </p:nvSpPr>
        <p:spPr>
          <a:xfrm>
            <a:off x="2051875" y="1367075"/>
            <a:ext cx="2247726" cy="2888053"/>
          </a:xfrm>
          <a:prstGeom prst="roundRect">
            <a:avLst>
              <a:gd name="adj" fmla="val 161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FC8A640-0318-4EF2-8821-938BB1E9E5B8}"/>
              </a:ext>
            </a:extLst>
          </p:cNvPr>
          <p:cNvSpPr/>
          <p:nvPr/>
        </p:nvSpPr>
        <p:spPr>
          <a:xfrm>
            <a:off x="5187637" y="298764"/>
            <a:ext cx="1819745" cy="1620571"/>
          </a:xfrm>
          <a:prstGeom prst="roundRect">
            <a:avLst>
              <a:gd name="adj" fmla="val 161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34CFC4F-59A3-47E7-AFEA-D5FC71523341}"/>
              </a:ext>
            </a:extLst>
          </p:cNvPr>
          <p:cNvSpPr/>
          <p:nvPr/>
        </p:nvSpPr>
        <p:spPr>
          <a:xfrm>
            <a:off x="8037970" y="1181478"/>
            <a:ext cx="2102155" cy="2575710"/>
          </a:xfrm>
          <a:prstGeom prst="roundRect">
            <a:avLst>
              <a:gd name="adj" fmla="val 161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939DC05-FF2A-4083-927A-B0BBC0F5A799}"/>
              </a:ext>
            </a:extLst>
          </p:cNvPr>
          <p:cNvSpPr/>
          <p:nvPr/>
        </p:nvSpPr>
        <p:spPr>
          <a:xfrm>
            <a:off x="5340038" y="2471596"/>
            <a:ext cx="1549650" cy="2073244"/>
          </a:xfrm>
          <a:prstGeom prst="roundRect">
            <a:avLst>
              <a:gd name="adj" fmla="val 161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22789D3-6384-419B-8726-08593C97FAEC}"/>
              </a:ext>
            </a:extLst>
          </p:cNvPr>
          <p:cNvSpPr/>
          <p:nvPr/>
        </p:nvSpPr>
        <p:spPr>
          <a:xfrm>
            <a:off x="2950211" y="5192603"/>
            <a:ext cx="1603681" cy="1099915"/>
          </a:xfrm>
          <a:prstGeom prst="roundRect">
            <a:avLst>
              <a:gd name="adj" fmla="val 1615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F332548-527F-47E6-9FF1-730586BA619E}"/>
              </a:ext>
            </a:extLst>
          </p:cNvPr>
          <p:cNvSpPr/>
          <p:nvPr/>
        </p:nvSpPr>
        <p:spPr>
          <a:xfrm>
            <a:off x="5229731" y="5124261"/>
            <a:ext cx="1603681" cy="1647731"/>
          </a:xfrm>
          <a:prstGeom prst="roundRect">
            <a:avLst>
              <a:gd name="adj" fmla="val 1615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86BCBA6-F14F-413B-BE11-33D00983F69F}"/>
              </a:ext>
            </a:extLst>
          </p:cNvPr>
          <p:cNvSpPr/>
          <p:nvPr/>
        </p:nvSpPr>
        <p:spPr>
          <a:xfrm flipH="1">
            <a:off x="7509250" y="5124261"/>
            <a:ext cx="1471786" cy="1376127"/>
          </a:xfrm>
          <a:prstGeom prst="roundRect">
            <a:avLst>
              <a:gd name="adj" fmla="val 1615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725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5439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속성 </a:t>
            </a:r>
            <a:r>
              <a:rPr lang="en-US" altLang="ko-KR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&amp; 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오퍼레이션 정의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17C8C-6FB7-44F1-9C30-8136D6658F6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LoginAdmin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10" name="표 6">
            <a:extLst>
              <a:ext uri="{FF2B5EF4-FFF2-40B4-BE49-F238E27FC236}">
                <a16:creationId xmlns:a16="http://schemas.microsoft.com/office/drawing/2014/main" id="{2A26F989-1404-4736-89BF-3298496DE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782312"/>
              </p:ext>
            </p:extLst>
          </p:nvPr>
        </p:nvGraphicFramePr>
        <p:xfrm>
          <a:off x="2158464" y="2089006"/>
          <a:ext cx="9509660" cy="1402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1933">
                  <a:extLst>
                    <a:ext uri="{9D8B030D-6E8A-4147-A177-3AD203B41FA5}">
                      <a16:colId xmlns:a16="http://schemas.microsoft.com/office/drawing/2014/main" val="3066014448"/>
                    </a:ext>
                  </a:extLst>
                </a:gridCol>
                <a:gridCol w="1901933">
                  <a:extLst>
                    <a:ext uri="{9D8B030D-6E8A-4147-A177-3AD203B41FA5}">
                      <a16:colId xmlns:a16="http://schemas.microsoft.com/office/drawing/2014/main" val="3223292168"/>
                    </a:ext>
                  </a:extLst>
                </a:gridCol>
                <a:gridCol w="1901933">
                  <a:extLst>
                    <a:ext uri="{9D8B030D-6E8A-4147-A177-3AD203B41FA5}">
                      <a16:colId xmlns:a16="http://schemas.microsoft.com/office/drawing/2014/main" val="490841862"/>
                    </a:ext>
                  </a:extLst>
                </a:gridCol>
                <a:gridCol w="1262448">
                  <a:extLst>
                    <a:ext uri="{9D8B030D-6E8A-4147-A177-3AD203B41FA5}">
                      <a16:colId xmlns:a16="http://schemas.microsoft.com/office/drawing/2014/main" val="1237764418"/>
                    </a:ext>
                  </a:extLst>
                </a:gridCol>
                <a:gridCol w="2541413">
                  <a:extLst>
                    <a:ext uri="{9D8B030D-6E8A-4147-A177-3AD203B41FA5}">
                      <a16:colId xmlns:a16="http://schemas.microsoft.com/office/drawing/2014/main" val="3779412978"/>
                    </a:ext>
                  </a:extLst>
                </a:gridCol>
              </a:tblGrid>
              <a:tr h="231280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속성명</a:t>
                      </a:r>
                      <a:endParaRPr lang="ko-KR" altLang="en-US" sz="14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자료형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널 허용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08478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adminID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String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N/A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 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416158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adminPassword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String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N/A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 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980949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option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N/A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 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49702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isActive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N/A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활성화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비활성화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018015"/>
                  </a:ext>
                </a:extLst>
              </a:tr>
            </a:tbl>
          </a:graphicData>
        </a:graphic>
      </p:graphicFrame>
      <p:graphicFrame>
        <p:nvGraphicFramePr>
          <p:cNvPr id="11" name="표 5">
            <a:extLst>
              <a:ext uri="{FF2B5EF4-FFF2-40B4-BE49-F238E27FC236}">
                <a16:creationId xmlns:a16="http://schemas.microsoft.com/office/drawing/2014/main" id="{3696E4BE-6D1D-4BF2-A5FC-9F18633D4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016567"/>
              </p:ext>
            </p:extLst>
          </p:nvPr>
        </p:nvGraphicFramePr>
        <p:xfrm>
          <a:off x="2158464" y="3813683"/>
          <a:ext cx="9509660" cy="675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77415">
                  <a:extLst>
                    <a:ext uri="{9D8B030D-6E8A-4147-A177-3AD203B41FA5}">
                      <a16:colId xmlns:a16="http://schemas.microsoft.com/office/drawing/2014/main" val="4545707"/>
                    </a:ext>
                  </a:extLst>
                </a:gridCol>
                <a:gridCol w="2377415">
                  <a:extLst>
                    <a:ext uri="{9D8B030D-6E8A-4147-A177-3AD203B41FA5}">
                      <a16:colId xmlns:a16="http://schemas.microsoft.com/office/drawing/2014/main" val="2558399593"/>
                    </a:ext>
                  </a:extLst>
                </a:gridCol>
                <a:gridCol w="2116155">
                  <a:extLst>
                    <a:ext uri="{9D8B030D-6E8A-4147-A177-3AD203B41FA5}">
                      <a16:colId xmlns:a16="http://schemas.microsoft.com/office/drawing/2014/main" val="3864441058"/>
                    </a:ext>
                  </a:extLst>
                </a:gridCol>
                <a:gridCol w="2638675">
                  <a:extLst>
                    <a:ext uri="{9D8B030D-6E8A-4147-A177-3AD203B41FA5}">
                      <a16:colId xmlns:a16="http://schemas.microsoft.com/office/drawing/2014/main" val="3049565465"/>
                    </a:ext>
                  </a:extLst>
                </a:gridCol>
              </a:tblGrid>
              <a:tr h="224917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전달 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반환값</a:t>
                      </a:r>
                      <a:endParaRPr lang="ko-KR" altLang="en-US" sz="14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1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signlnAdmin</a:t>
                      </a:r>
                      <a:r>
                        <a:rPr lang="en-US" altLang="ko-KR" sz="1200" dirty="0"/>
                        <a:t>()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 유무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 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02506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04F5B5F-390E-4FEF-97FF-AACCA0485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340362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137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5439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속성 </a:t>
            </a:r>
            <a:r>
              <a:rPr lang="en-US" altLang="ko-KR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&amp; 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오퍼레이션 정의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17C8C-6FB7-44F1-9C30-8136D6658F64}"/>
              </a:ext>
            </a:extLst>
          </p:cNvPr>
          <p:cNvSpPr txBox="1"/>
          <p:nvPr/>
        </p:nvSpPr>
        <p:spPr>
          <a:xfrm>
            <a:off x="2051876" y="1181662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ManageUserAccount</a:t>
            </a:r>
            <a:endParaRPr lang="ko-KR" altLang="en-US" sz="2400" dirty="0"/>
          </a:p>
        </p:txBody>
      </p:sp>
      <p:graphicFrame>
        <p:nvGraphicFramePr>
          <p:cNvPr id="13" name="표 5">
            <a:extLst>
              <a:ext uri="{FF2B5EF4-FFF2-40B4-BE49-F238E27FC236}">
                <a16:creationId xmlns:a16="http://schemas.microsoft.com/office/drawing/2014/main" id="{3F0973CF-A693-4E51-8386-614ADB061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903381"/>
              </p:ext>
            </p:extLst>
          </p:nvPr>
        </p:nvGraphicFramePr>
        <p:xfrm>
          <a:off x="2214533" y="1844561"/>
          <a:ext cx="9348188" cy="20193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815771">
                  <a:extLst>
                    <a:ext uri="{9D8B030D-6E8A-4147-A177-3AD203B41FA5}">
                      <a16:colId xmlns:a16="http://schemas.microsoft.com/office/drawing/2014/main" val="1669881037"/>
                    </a:ext>
                  </a:extLst>
                </a:gridCol>
                <a:gridCol w="918751">
                  <a:extLst>
                    <a:ext uri="{9D8B030D-6E8A-4147-A177-3AD203B41FA5}">
                      <a16:colId xmlns:a16="http://schemas.microsoft.com/office/drawing/2014/main" val="4017272331"/>
                    </a:ext>
                  </a:extLst>
                </a:gridCol>
                <a:gridCol w="1650090">
                  <a:extLst>
                    <a:ext uri="{9D8B030D-6E8A-4147-A177-3AD203B41FA5}">
                      <a16:colId xmlns:a16="http://schemas.microsoft.com/office/drawing/2014/main" val="2237440900"/>
                    </a:ext>
                  </a:extLst>
                </a:gridCol>
                <a:gridCol w="1284420">
                  <a:extLst>
                    <a:ext uri="{9D8B030D-6E8A-4147-A177-3AD203B41FA5}">
                      <a16:colId xmlns:a16="http://schemas.microsoft.com/office/drawing/2014/main" val="1794829971"/>
                    </a:ext>
                  </a:extLst>
                </a:gridCol>
                <a:gridCol w="3679156">
                  <a:extLst>
                    <a:ext uri="{9D8B030D-6E8A-4147-A177-3AD203B41FA5}">
                      <a16:colId xmlns:a16="http://schemas.microsoft.com/office/drawing/2014/main" val="3619166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1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속성명</a:t>
                      </a:r>
                      <a:endParaRPr lang="ko-KR" altLang="en-US" sz="11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1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자료형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1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널 허용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1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1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67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companyId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Int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Not Null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N/A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사용자 회사의 사업자 등록번호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754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companyName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String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Not Null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N/A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회원가입을 위한 사용자 회사명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1832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manager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String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Not Null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N/A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해당 담당자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5073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id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String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Not Null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N/A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Id</a:t>
                      </a:r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로 대체할 사용자 회사의 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766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password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String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Not Null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N/A</a:t>
                      </a:r>
                      <a:endParaRPr lang="ko-KR" altLang="en-US" sz="105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로그인을 외한 사용자 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09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companyPhoneNum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회사 전화번호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569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managerPhoneNum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담당자 전화번호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582702"/>
                  </a:ext>
                </a:extLst>
              </a:tr>
            </a:tbl>
          </a:graphicData>
        </a:graphic>
      </p:graphicFrame>
      <p:graphicFrame>
        <p:nvGraphicFramePr>
          <p:cNvPr id="14" name="표 5">
            <a:extLst>
              <a:ext uri="{FF2B5EF4-FFF2-40B4-BE49-F238E27FC236}">
                <a16:creationId xmlns:a16="http://schemas.microsoft.com/office/drawing/2014/main" id="{05296E18-9769-4A73-8306-A89AFA224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011393"/>
              </p:ext>
            </p:extLst>
          </p:nvPr>
        </p:nvGraphicFramePr>
        <p:xfrm>
          <a:off x="2214533" y="4159073"/>
          <a:ext cx="9348187" cy="2453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34375">
                  <a:extLst>
                    <a:ext uri="{9D8B030D-6E8A-4147-A177-3AD203B41FA5}">
                      <a16:colId xmlns:a16="http://schemas.microsoft.com/office/drawing/2014/main" val="4545707"/>
                    </a:ext>
                  </a:extLst>
                </a:gridCol>
                <a:gridCol w="2936630">
                  <a:extLst>
                    <a:ext uri="{9D8B030D-6E8A-4147-A177-3AD203B41FA5}">
                      <a16:colId xmlns:a16="http://schemas.microsoft.com/office/drawing/2014/main" val="2558399593"/>
                    </a:ext>
                  </a:extLst>
                </a:gridCol>
                <a:gridCol w="1538654">
                  <a:extLst>
                    <a:ext uri="{9D8B030D-6E8A-4147-A177-3AD203B41FA5}">
                      <a16:colId xmlns:a16="http://schemas.microsoft.com/office/drawing/2014/main" val="3864441058"/>
                    </a:ext>
                  </a:extLst>
                </a:gridCol>
                <a:gridCol w="2638528">
                  <a:extLst>
                    <a:ext uri="{9D8B030D-6E8A-4147-A177-3AD203B41FA5}">
                      <a16:colId xmlns:a16="http://schemas.microsoft.com/office/drawing/2014/main" val="3049565465"/>
                    </a:ext>
                  </a:extLst>
                </a:gridCol>
              </a:tblGrid>
              <a:tr h="149191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오퍼레이션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전달 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반환값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10386"/>
                  </a:ext>
                </a:extLst>
              </a:tr>
              <a:tr h="144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addUser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계정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생성 성공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계정을 생성한다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025068"/>
                  </a:ext>
                </a:extLst>
              </a:tr>
              <a:tr h="144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deleteUser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계정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삭제 성공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계정을 삭제한다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719439"/>
                  </a:ext>
                </a:extLst>
              </a:tr>
              <a:tr h="144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updateUser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계정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수정 성공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계정을 수정한다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963587"/>
                  </a:ext>
                </a:extLst>
              </a:tr>
              <a:tr h="144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showUser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검색 성공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정보를 검색한다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616268"/>
                  </a:ext>
                </a:extLst>
              </a:tr>
              <a:tr h="144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activateUser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계정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권한 수정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권한을 설정한다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315815"/>
                  </a:ext>
                </a:extLst>
              </a:tr>
              <a:tr h="157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isEqualPassword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Pw1,pw2(pw1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pw2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가 동일한지 확인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동일여부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회원가입할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 때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pw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를 재확인함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166782"/>
                  </a:ext>
                </a:extLst>
              </a:tr>
              <a:tr h="157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registUserAccount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계정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회원가입 성공여부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회원가입 정보를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DB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에 보냄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506724"/>
                  </a:ext>
                </a:extLst>
              </a:tr>
              <a:tr h="157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isAccountExist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Id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중복여부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DB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에 동일한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가 존재하는지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057391"/>
                  </a:ext>
                </a:extLst>
              </a:tr>
              <a:tr h="157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isValidPwForm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pw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적합성여부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pw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형식에 맞게 입력했는지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15319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362131F-2C3E-4731-B03B-133DF7D23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43559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120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5439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속성 </a:t>
            </a:r>
            <a:r>
              <a:rPr lang="en-US" altLang="ko-KR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&amp; 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오퍼레이션 정의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17C8C-6FB7-44F1-9C30-8136D6658F6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BoothInfo</a:t>
            </a:r>
            <a:endParaRPr lang="ko-KR" altLang="en-US" sz="2400" dirty="0"/>
          </a:p>
        </p:txBody>
      </p:sp>
      <p:graphicFrame>
        <p:nvGraphicFramePr>
          <p:cNvPr id="10" name="표 6">
            <a:extLst>
              <a:ext uri="{FF2B5EF4-FFF2-40B4-BE49-F238E27FC236}">
                <a16:creationId xmlns:a16="http://schemas.microsoft.com/office/drawing/2014/main" id="{8B74B62F-3C9F-4B49-8626-97764DC4D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80636"/>
              </p:ext>
            </p:extLst>
          </p:nvPr>
        </p:nvGraphicFramePr>
        <p:xfrm>
          <a:off x="2189347" y="1876469"/>
          <a:ext cx="9469254" cy="2773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93851">
                  <a:extLst>
                    <a:ext uri="{9D8B030D-6E8A-4147-A177-3AD203B41FA5}">
                      <a16:colId xmlns:a16="http://schemas.microsoft.com/office/drawing/2014/main" val="3066014448"/>
                    </a:ext>
                  </a:extLst>
                </a:gridCol>
                <a:gridCol w="1893851">
                  <a:extLst>
                    <a:ext uri="{9D8B030D-6E8A-4147-A177-3AD203B41FA5}">
                      <a16:colId xmlns:a16="http://schemas.microsoft.com/office/drawing/2014/main" val="3223292168"/>
                    </a:ext>
                  </a:extLst>
                </a:gridCol>
                <a:gridCol w="1893851">
                  <a:extLst>
                    <a:ext uri="{9D8B030D-6E8A-4147-A177-3AD203B41FA5}">
                      <a16:colId xmlns:a16="http://schemas.microsoft.com/office/drawing/2014/main" val="490841862"/>
                    </a:ext>
                  </a:extLst>
                </a:gridCol>
                <a:gridCol w="1257083">
                  <a:extLst>
                    <a:ext uri="{9D8B030D-6E8A-4147-A177-3AD203B41FA5}">
                      <a16:colId xmlns:a16="http://schemas.microsoft.com/office/drawing/2014/main" val="1237764418"/>
                    </a:ext>
                  </a:extLst>
                </a:gridCol>
                <a:gridCol w="2530618">
                  <a:extLst>
                    <a:ext uri="{9D8B030D-6E8A-4147-A177-3AD203B41FA5}">
                      <a16:colId xmlns:a16="http://schemas.microsoft.com/office/drawing/2014/main" val="3779412978"/>
                    </a:ext>
                  </a:extLst>
                </a:gridCol>
              </a:tblGrid>
              <a:tr h="193701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속성명</a:t>
                      </a:r>
                      <a:endParaRPr lang="ko-KR" altLang="en-US" sz="14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자료형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널 허용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08478"/>
                  </a:ext>
                </a:extLst>
              </a:tr>
              <a:tr h="174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boothId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String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 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028814"/>
                  </a:ext>
                </a:extLst>
              </a:tr>
              <a:tr h="174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companyName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String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부스담당 회사이름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894620"/>
                  </a:ext>
                </a:extLst>
              </a:tr>
              <a:tr h="174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price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 가격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319522"/>
                  </a:ext>
                </a:extLst>
              </a:tr>
              <a:tr h="174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type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String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 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562026"/>
                  </a:ext>
                </a:extLst>
              </a:tr>
              <a:tr h="174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service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String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 구성환경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760270"/>
                  </a:ext>
                </a:extLst>
              </a:tr>
              <a:tr h="174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numOfRentMaxEsl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최대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기기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926479"/>
                  </a:ext>
                </a:extLst>
              </a:tr>
              <a:tr h="174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witdth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가로길이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833615"/>
                  </a:ext>
                </a:extLst>
              </a:tr>
              <a:tr h="174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height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세로길이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502278"/>
                  </a:ext>
                </a:extLst>
              </a:tr>
              <a:tr h="174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eslInfo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String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에 표시될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0391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F718CE5-977E-4640-9E0D-F1E69F87F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912462"/>
              </p:ext>
            </p:extLst>
          </p:nvPr>
        </p:nvGraphicFramePr>
        <p:xfrm>
          <a:off x="2189347" y="4837205"/>
          <a:ext cx="9469254" cy="138774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67314">
                  <a:extLst>
                    <a:ext uri="{9D8B030D-6E8A-4147-A177-3AD203B41FA5}">
                      <a16:colId xmlns:a16="http://schemas.microsoft.com/office/drawing/2014/main" val="4545707"/>
                    </a:ext>
                  </a:extLst>
                </a:gridCol>
                <a:gridCol w="1735889">
                  <a:extLst>
                    <a:ext uri="{9D8B030D-6E8A-4147-A177-3AD203B41FA5}">
                      <a16:colId xmlns:a16="http://schemas.microsoft.com/office/drawing/2014/main" val="2558399593"/>
                    </a:ext>
                  </a:extLst>
                </a:gridCol>
                <a:gridCol w="2079276">
                  <a:extLst>
                    <a:ext uri="{9D8B030D-6E8A-4147-A177-3AD203B41FA5}">
                      <a16:colId xmlns:a16="http://schemas.microsoft.com/office/drawing/2014/main" val="3864441058"/>
                    </a:ext>
                  </a:extLst>
                </a:gridCol>
                <a:gridCol w="3286775">
                  <a:extLst>
                    <a:ext uri="{9D8B030D-6E8A-4147-A177-3AD203B41FA5}">
                      <a16:colId xmlns:a16="http://schemas.microsoft.com/office/drawing/2014/main" val="3049565465"/>
                    </a:ext>
                  </a:extLst>
                </a:gridCol>
              </a:tblGrid>
              <a:tr h="171365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전달 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반환값</a:t>
                      </a:r>
                      <a:endParaRPr lang="ko-KR" altLang="en-US" sz="14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1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showBoothInfo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부스에 대한 정보를 조회한다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02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initializeBoothInfo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초기화 성공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부스에 대한 정보를 초기화한다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173551"/>
                  </a:ext>
                </a:extLst>
              </a:tr>
              <a:tr h="341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updateBoothInfo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수정 성공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부스에 대한 세부 정보를 수정한다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73848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2ADA497-1B73-495F-AAFE-2ECEFCA85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43559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6505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5439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속성 </a:t>
            </a:r>
            <a:r>
              <a:rPr lang="en-US" altLang="ko-KR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&amp; 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오퍼레이션 정의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17C8C-6FB7-44F1-9C30-8136D6658F6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ManageEsl</a:t>
            </a:r>
            <a:endParaRPr lang="ko-KR" altLang="en-US" sz="2400" dirty="0"/>
          </a:p>
        </p:txBody>
      </p:sp>
      <p:graphicFrame>
        <p:nvGraphicFramePr>
          <p:cNvPr id="12" name="표 6">
            <a:extLst>
              <a:ext uri="{FF2B5EF4-FFF2-40B4-BE49-F238E27FC236}">
                <a16:creationId xmlns:a16="http://schemas.microsoft.com/office/drawing/2014/main" id="{22154598-F8FB-4DF1-AC82-98DA0A192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743069"/>
              </p:ext>
            </p:extLst>
          </p:nvPr>
        </p:nvGraphicFramePr>
        <p:xfrm>
          <a:off x="2151247" y="1800501"/>
          <a:ext cx="9278755" cy="2773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55751">
                  <a:extLst>
                    <a:ext uri="{9D8B030D-6E8A-4147-A177-3AD203B41FA5}">
                      <a16:colId xmlns:a16="http://schemas.microsoft.com/office/drawing/2014/main" val="3066014448"/>
                    </a:ext>
                  </a:extLst>
                </a:gridCol>
                <a:gridCol w="1855751">
                  <a:extLst>
                    <a:ext uri="{9D8B030D-6E8A-4147-A177-3AD203B41FA5}">
                      <a16:colId xmlns:a16="http://schemas.microsoft.com/office/drawing/2014/main" val="3223292168"/>
                    </a:ext>
                  </a:extLst>
                </a:gridCol>
                <a:gridCol w="1855751">
                  <a:extLst>
                    <a:ext uri="{9D8B030D-6E8A-4147-A177-3AD203B41FA5}">
                      <a16:colId xmlns:a16="http://schemas.microsoft.com/office/drawing/2014/main" val="490841862"/>
                    </a:ext>
                  </a:extLst>
                </a:gridCol>
                <a:gridCol w="1231794">
                  <a:extLst>
                    <a:ext uri="{9D8B030D-6E8A-4147-A177-3AD203B41FA5}">
                      <a16:colId xmlns:a16="http://schemas.microsoft.com/office/drawing/2014/main" val="1237764418"/>
                    </a:ext>
                  </a:extLst>
                </a:gridCol>
                <a:gridCol w="2479708">
                  <a:extLst>
                    <a:ext uri="{9D8B030D-6E8A-4147-A177-3AD203B41FA5}">
                      <a16:colId xmlns:a16="http://schemas.microsoft.com/office/drawing/2014/main" val="3779412978"/>
                    </a:ext>
                  </a:extLst>
                </a:gridCol>
              </a:tblGrid>
              <a:tr h="231280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속성명</a:t>
                      </a:r>
                      <a:endParaRPr lang="ko-KR" altLang="en-US" sz="14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자료형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널 허용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08478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028814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State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상태정보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894620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companyId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대여한 회사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319522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filename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String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표현될 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562026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width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가로길이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760270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height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Int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세로길이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926479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itemName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String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N/A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전시될 물품이름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163175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itemPrice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N/A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판매될 물품가격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289270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qrCode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Img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N/A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추가정보를 주기위한 </a:t>
                      </a:r>
                      <a:r>
                        <a:rPr lang="en-US" altLang="ko-KR" sz="1200" dirty="0"/>
                        <a:t>QR</a:t>
                      </a:r>
                      <a:r>
                        <a:rPr lang="ko-KR" altLang="en-US" sz="1200" dirty="0"/>
                        <a:t>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80815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B318F90-C104-44E3-A31A-F95556298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868637"/>
              </p:ext>
            </p:extLst>
          </p:nvPr>
        </p:nvGraphicFramePr>
        <p:xfrm>
          <a:off x="2151246" y="4777190"/>
          <a:ext cx="9278755" cy="158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9689">
                  <a:extLst>
                    <a:ext uri="{9D8B030D-6E8A-4147-A177-3AD203B41FA5}">
                      <a16:colId xmlns:a16="http://schemas.microsoft.com/office/drawing/2014/main" val="4545707"/>
                    </a:ext>
                  </a:extLst>
                </a:gridCol>
                <a:gridCol w="1446287">
                  <a:extLst>
                    <a:ext uri="{9D8B030D-6E8A-4147-A177-3AD203B41FA5}">
                      <a16:colId xmlns:a16="http://schemas.microsoft.com/office/drawing/2014/main" val="2558399593"/>
                    </a:ext>
                  </a:extLst>
                </a:gridCol>
                <a:gridCol w="1973776">
                  <a:extLst>
                    <a:ext uri="{9D8B030D-6E8A-4147-A177-3AD203B41FA5}">
                      <a16:colId xmlns:a16="http://schemas.microsoft.com/office/drawing/2014/main" val="3864441058"/>
                    </a:ext>
                  </a:extLst>
                </a:gridCol>
                <a:gridCol w="3539003">
                  <a:extLst>
                    <a:ext uri="{9D8B030D-6E8A-4147-A177-3AD203B41FA5}">
                      <a16:colId xmlns:a16="http://schemas.microsoft.com/office/drawing/2014/main" val="3049565465"/>
                    </a:ext>
                  </a:extLst>
                </a:gridCol>
              </a:tblGrid>
              <a:tr h="180877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전달 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반환값</a:t>
                      </a:r>
                      <a:endParaRPr lang="ko-KR" altLang="en-US" sz="14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10386"/>
                  </a:ext>
                </a:extLst>
              </a:tr>
              <a:tr h="1808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showEslInfo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정보 조회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에 대한 정보를 조회한다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025068"/>
                  </a:ext>
                </a:extLst>
              </a:tr>
              <a:tr h="1808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updateEslState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수정 성공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 상태 정보를 수정한다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625999"/>
                  </a:ext>
                </a:extLst>
              </a:tr>
              <a:tr h="1808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uploadEslUI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업로드 성공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UI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에 표현될 정보를 업로드한다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342841"/>
                  </a:ext>
                </a:extLst>
              </a:tr>
              <a:tr h="1808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updateEslUI</a:t>
                      </a:r>
                      <a:r>
                        <a:rPr lang="en-US" altLang="ko-KR" sz="1200" dirty="0"/>
                        <a:t>()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ESL 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등록 성공여부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</a:t>
                      </a:r>
                      <a:r>
                        <a:rPr lang="en-US" altLang="ko-KR" sz="1200" dirty="0"/>
                        <a:t>ESL</a:t>
                      </a:r>
                      <a:r>
                        <a:rPr lang="ko-KR" altLang="en-US" sz="1200" dirty="0"/>
                        <a:t>화면에 표시될 정보를 변경하면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그 정보를 </a:t>
                      </a:r>
                      <a:r>
                        <a:rPr lang="en-US" altLang="ko-KR" sz="1200" dirty="0"/>
                        <a:t>DB</a:t>
                      </a:r>
                      <a:r>
                        <a:rPr lang="ko-KR" altLang="en-US" sz="1200" dirty="0"/>
                        <a:t>에 보냄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57015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8BE5BE9-F116-4397-9F39-5BC28FA92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43559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2430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5439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속성 </a:t>
            </a:r>
            <a:r>
              <a:rPr lang="en-US" altLang="ko-KR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&amp; 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오퍼레이션 정의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A6E2398A-0864-49A7-8113-A1BC93043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654180"/>
              </p:ext>
            </p:extLst>
          </p:nvPr>
        </p:nvGraphicFramePr>
        <p:xfrm>
          <a:off x="2051875" y="2197738"/>
          <a:ext cx="9444801" cy="10464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257996">
                  <a:extLst>
                    <a:ext uri="{9D8B030D-6E8A-4147-A177-3AD203B41FA5}">
                      <a16:colId xmlns:a16="http://schemas.microsoft.com/office/drawing/2014/main" val="1398082834"/>
                    </a:ext>
                  </a:extLst>
                </a:gridCol>
                <a:gridCol w="1095734">
                  <a:extLst>
                    <a:ext uri="{9D8B030D-6E8A-4147-A177-3AD203B41FA5}">
                      <a16:colId xmlns:a16="http://schemas.microsoft.com/office/drawing/2014/main" val="1682435560"/>
                    </a:ext>
                  </a:extLst>
                </a:gridCol>
                <a:gridCol w="1346449">
                  <a:extLst>
                    <a:ext uri="{9D8B030D-6E8A-4147-A177-3AD203B41FA5}">
                      <a16:colId xmlns:a16="http://schemas.microsoft.com/office/drawing/2014/main" val="2102501541"/>
                    </a:ext>
                  </a:extLst>
                </a:gridCol>
                <a:gridCol w="1267825">
                  <a:extLst>
                    <a:ext uri="{9D8B030D-6E8A-4147-A177-3AD203B41FA5}">
                      <a16:colId xmlns:a16="http://schemas.microsoft.com/office/drawing/2014/main" val="969595654"/>
                    </a:ext>
                  </a:extLst>
                </a:gridCol>
                <a:gridCol w="4476797">
                  <a:extLst>
                    <a:ext uri="{9D8B030D-6E8A-4147-A177-3AD203B41FA5}">
                      <a16:colId xmlns:a16="http://schemas.microsoft.com/office/drawing/2014/main" val="3650897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속성명</a:t>
                      </a:r>
                      <a:endParaRPr lang="ko-KR" altLang="en-US" sz="14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자료형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널 허용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기본값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239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userId</a:t>
                      </a:r>
                      <a:endParaRPr lang="ko-KR" altLang="en-US" sz="120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String</a:t>
                      </a:r>
                      <a:endParaRPr lang="ko-KR" altLang="en-US" sz="120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Not Null</a:t>
                      </a:r>
                      <a:endParaRPr lang="ko-KR" altLang="en-US" sz="120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N/A</a:t>
                      </a:r>
                      <a:endParaRPr lang="ko-KR" altLang="en-US" sz="120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로그인 하기위한 사용자 고유 아이디</a:t>
                      </a:r>
                      <a:endParaRPr lang="en-US" altLang="ko-KR" sz="120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203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userPw</a:t>
                      </a:r>
                      <a:endParaRPr lang="ko-KR" altLang="en-US" sz="120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String</a:t>
                      </a:r>
                      <a:endParaRPr lang="ko-KR" altLang="en-US" sz="120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Not Null</a:t>
                      </a:r>
                      <a:endParaRPr lang="ko-KR" altLang="en-US" sz="120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N/A</a:t>
                      </a:r>
                      <a:endParaRPr lang="ko-KR" altLang="en-US" sz="120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로그인 하기위한 사용자 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274914"/>
                  </a:ext>
                </a:extLst>
              </a:tr>
            </a:tbl>
          </a:graphicData>
        </a:graphic>
      </p:graphicFrame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D84B51AE-CAD3-4E91-819B-C3C6C338E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427829"/>
              </p:ext>
            </p:extLst>
          </p:nvPr>
        </p:nvGraphicFramePr>
        <p:xfrm>
          <a:off x="2051875" y="3661441"/>
          <a:ext cx="9444800" cy="675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48879">
                  <a:extLst>
                    <a:ext uri="{9D8B030D-6E8A-4147-A177-3AD203B41FA5}">
                      <a16:colId xmlns:a16="http://schemas.microsoft.com/office/drawing/2014/main" val="925402557"/>
                    </a:ext>
                  </a:extLst>
                </a:gridCol>
                <a:gridCol w="1787276">
                  <a:extLst>
                    <a:ext uri="{9D8B030D-6E8A-4147-A177-3AD203B41FA5}">
                      <a16:colId xmlns:a16="http://schemas.microsoft.com/office/drawing/2014/main" val="3860613568"/>
                    </a:ext>
                  </a:extLst>
                </a:gridCol>
                <a:gridCol w="1408095">
                  <a:extLst>
                    <a:ext uri="{9D8B030D-6E8A-4147-A177-3AD203B41FA5}">
                      <a16:colId xmlns:a16="http://schemas.microsoft.com/office/drawing/2014/main" val="3208077826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1773913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전달 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반환값</a:t>
                      </a:r>
                      <a:endParaRPr lang="ko-KR" altLang="en-US" sz="14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185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checkUser</a:t>
                      </a:r>
                      <a:r>
                        <a:rPr lang="en-US" altLang="ko-KR" sz="1200" dirty="0"/>
                        <a:t>()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Id,pw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 성공여부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DB</a:t>
                      </a:r>
                      <a:r>
                        <a:rPr lang="ko-KR" altLang="en-US" sz="1200" dirty="0"/>
                        <a:t>에 사용자의 </a:t>
                      </a:r>
                      <a:r>
                        <a:rPr lang="en-US" altLang="ko-KR" sz="1200" dirty="0"/>
                        <a:t>id</a:t>
                      </a:r>
                      <a:r>
                        <a:rPr lang="ko-KR" altLang="en-US" sz="1200" dirty="0"/>
                        <a:t>와 </a:t>
                      </a:r>
                      <a:r>
                        <a:rPr lang="en-US" altLang="ko-KR" sz="1200" dirty="0"/>
                        <a:t>pw</a:t>
                      </a:r>
                      <a:r>
                        <a:rPr lang="ko-KR" altLang="en-US" sz="1200" dirty="0"/>
                        <a:t>의 정보를 보냄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3966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A17C8C-6FB7-44F1-9C30-8136D6658F6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SignIn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6DEF17F-7F33-469B-BCF5-DA50048AD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43559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166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476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속성 </a:t>
            </a:r>
            <a:r>
              <a:rPr lang="en-US" altLang="ko-KR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&amp; 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오퍼레이션 정의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69DB9-5609-4A25-A285-4EF16FBD98B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Reservation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8" name="표 4">
            <a:extLst>
              <a:ext uri="{FF2B5EF4-FFF2-40B4-BE49-F238E27FC236}">
                <a16:creationId xmlns:a16="http://schemas.microsoft.com/office/drawing/2014/main" id="{192F28A7-FD3D-489B-9908-61D044159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897804"/>
              </p:ext>
            </p:extLst>
          </p:nvPr>
        </p:nvGraphicFramePr>
        <p:xfrm>
          <a:off x="2051875" y="5290562"/>
          <a:ext cx="9933798" cy="1285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73873">
                  <a:extLst>
                    <a:ext uri="{9D8B030D-6E8A-4147-A177-3AD203B41FA5}">
                      <a16:colId xmlns:a16="http://schemas.microsoft.com/office/drawing/2014/main" val="2527418631"/>
                    </a:ext>
                  </a:extLst>
                </a:gridCol>
                <a:gridCol w="2311383">
                  <a:extLst>
                    <a:ext uri="{9D8B030D-6E8A-4147-A177-3AD203B41FA5}">
                      <a16:colId xmlns:a16="http://schemas.microsoft.com/office/drawing/2014/main" val="3158333317"/>
                    </a:ext>
                  </a:extLst>
                </a:gridCol>
                <a:gridCol w="1359869">
                  <a:extLst>
                    <a:ext uri="{9D8B030D-6E8A-4147-A177-3AD203B41FA5}">
                      <a16:colId xmlns:a16="http://schemas.microsoft.com/office/drawing/2014/main" val="1571651390"/>
                    </a:ext>
                  </a:extLst>
                </a:gridCol>
                <a:gridCol w="3688673">
                  <a:extLst>
                    <a:ext uri="{9D8B030D-6E8A-4147-A177-3AD203B41FA5}">
                      <a16:colId xmlns:a16="http://schemas.microsoft.com/office/drawing/2014/main" val="2947421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전달 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반환값</a:t>
                      </a:r>
                      <a:endParaRPr lang="ko-KR" altLang="en-US" sz="14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695448"/>
                  </a:ext>
                </a:extLst>
              </a:tr>
              <a:tr h="251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effectLst/>
                        </a:rPr>
                        <a:t>reserveBooth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</a:rPr>
                        <a:t>()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정보</a:t>
                      </a:r>
                      <a:r>
                        <a:rPr lang="en-US" altLang="ko-KR" sz="1200" dirty="0"/>
                        <a:t>(ex.</a:t>
                      </a:r>
                      <a:r>
                        <a:rPr lang="ko-KR" altLang="en-US" sz="1200" dirty="0"/>
                        <a:t> 이름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요청 성공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부스 예약 요청을 보내 예약하고자 하는 부스 정보와 신청 기업 정보를 데이터베이스에 등록한다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2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cancelBooth</a:t>
                      </a:r>
                      <a:r>
                        <a:rPr lang="en-US" altLang="ko-KR" sz="1200" dirty="0"/>
                        <a:t>()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요청 성공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데이터베이스에 저장된 예약정보에서 유효성에 </a:t>
                      </a:r>
                      <a:r>
                        <a:rPr lang="en-US" altLang="ko-KR" sz="1200" dirty="0"/>
                        <a:t>false</a:t>
                      </a:r>
                      <a:r>
                        <a:rPr lang="ko-KR" altLang="en-US" sz="1200" dirty="0"/>
                        <a:t>로 무효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예약임을 저장한다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858422"/>
                  </a:ext>
                </a:extLst>
              </a:tr>
            </a:tbl>
          </a:graphicData>
        </a:graphic>
      </p:graphicFrame>
      <p:graphicFrame>
        <p:nvGraphicFramePr>
          <p:cNvPr id="10" name="표 5">
            <a:extLst>
              <a:ext uri="{FF2B5EF4-FFF2-40B4-BE49-F238E27FC236}">
                <a16:creationId xmlns:a16="http://schemas.microsoft.com/office/drawing/2014/main" id="{CAD80A30-4942-4497-8A39-2041B7289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959855"/>
              </p:ext>
            </p:extLst>
          </p:nvPr>
        </p:nvGraphicFramePr>
        <p:xfrm>
          <a:off x="2051875" y="1803256"/>
          <a:ext cx="9933798" cy="33223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84420">
                  <a:extLst>
                    <a:ext uri="{9D8B030D-6E8A-4147-A177-3AD203B41FA5}">
                      <a16:colId xmlns:a16="http://schemas.microsoft.com/office/drawing/2014/main" val="3019454441"/>
                    </a:ext>
                  </a:extLst>
                </a:gridCol>
                <a:gridCol w="1718970">
                  <a:extLst>
                    <a:ext uri="{9D8B030D-6E8A-4147-A177-3AD203B41FA5}">
                      <a16:colId xmlns:a16="http://schemas.microsoft.com/office/drawing/2014/main" val="77078270"/>
                    </a:ext>
                  </a:extLst>
                </a:gridCol>
                <a:gridCol w="1718970">
                  <a:extLst>
                    <a:ext uri="{9D8B030D-6E8A-4147-A177-3AD203B41FA5}">
                      <a16:colId xmlns:a16="http://schemas.microsoft.com/office/drawing/2014/main" val="3847553196"/>
                    </a:ext>
                  </a:extLst>
                </a:gridCol>
                <a:gridCol w="1407057">
                  <a:extLst>
                    <a:ext uri="{9D8B030D-6E8A-4147-A177-3AD203B41FA5}">
                      <a16:colId xmlns:a16="http://schemas.microsoft.com/office/drawing/2014/main" val="816281592"/>
                    </a:ext>
                  </a:extLst>
                </a:gridCol>
                <a:gridCol w="3404381">
                  <a:extLst>
                    <a:ext uri="{9D8B030D-6E8A-4147-A177-3AD203B41FA5}">
                      <a16:colId xmlns:a16="http://schemas.microsoft.com/office/drawing/2014/main" val="1655299958"/>
                    </a:ext>
                  </a:extLst>
                </a:gridCol>
              </a:tblGrid>
              <a:tr h="176492"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속성명</a:t>
                      </a:r>
                      <a:endParaRPr lang="ko-KR" altLang="en-US" sz="1400" b="0" kern="1200" spc="5" dirty="0">
                        <a:solidFill>
                          <a:srgbClr val="000000">
                            <a:alpha val="100000"/>
                          </a:srgb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자료형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널 허용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0112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FontTx/>
                        <a:buNone/>
                        <a:tabLst/>
                        <a:defRPr lang="ko-KR" altLang="en-US"/>
                      </a:pPr>
                      <a:r>
                        <a:rPr lang="ko-KR" altLang="en-US" sz="1400" b="0" kern="120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238875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boothId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String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Not Null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N/A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부스 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07970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companyId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</a:rPr>
                        <a:t>Int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Not Null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N/A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기업사업자번호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고유</a:t>
                      </a:r>
                      <a:r>
                        <a:rPr lang="en-US" altLang="ko-KR" sz="1200" dirty="0"/>
                        <a:t>id)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039178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companyName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</a:rPr>
                        <a:t>String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Not Null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N/A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기업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497774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companyPhoneNum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</a:rPr>
                        <a:t>Int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Not Null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N/A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기업 연락처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478766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reservateDate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Not Null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N/A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343241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cancleDate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Null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N/A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예약취소일자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99532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startDate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전시 시작 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035144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endDate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Not Null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N/A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전시 종료 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470716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email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String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Not Null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N/A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담당자 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6900802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managerPhoneNum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Not Null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N/A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담당자 연락처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576147"/>
                  </a:ext>
                </a:extLst>
              </a:tr>
              <a:tr h="160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isReserved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boolean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Not Null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dk1"/>
                          </a:solidFill>
                        </a:rPr>
                        <a:t>N/A</a:t>
                      </a:r>
                      <a:endParaRPr lang="en-US" altLang="ko-KR" sz="1200" b="0" i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취소된 예약인지 유효한 예약인지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120747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80444DC-2BD7-43AB-9F3C-6D6D8D3EC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43559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5186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5" y="245287"/>
            <a:ext cx="382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기타 요구사항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2EA7F62-C57C-4F79-85CD-DCAA9E9DC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585380"/>
              </p:ext>
            </p:extLst>
          </p:nvPr>
        </p:nvGraphicFramePr>
        <p:xfrm>
          <a:off x="2705145" y="2533290"/>
          <a:ext cx="8305008" cy="249239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763113">
                  <a:extLst>
                    <a:ext uri="{9D8B030D-6E8A-4147-A177-3AD203B41FA5}">
                      <a16:colId xmlns:a16="http://schemas.microsoft.com/office/drawing/2014/main" val="1160502726"/>
                    </a:ext>
                  </a:extLst>
                </a:gridCol>
                <a:gridCol w="5541895">
                  <a:extLst>
                    <a:ext uri="{9D8B030D-6E8A-4147-A177-3AD203B41FA5}">
                      <a16:colId xmlns:a16="http://schemas.microsoft.com/office/drawing/2014/main" val="3004534488"/>
                    </a:ext>
                  </a:extLst>
                </a:gridCol>
              </a:tblGrid>
              <a:tr h="372571">
                <a:tc rowSpan="3">
                  <a:txBody>
                    <a:bodyPr/>
                    <a:lstStyle/>
                    <a:p>
                      <a:pPr algn="l"/>
                      <a:r>
                        <a:rPr lang="ko-KR" altLang="en-US" b="1" dirty="0">
                          <a:solidFill>
                            <a:schemeClr val="tx1"/>
                          </a:solidFill>
                          <a:effectLst/>
                        </a:rPr>
                        <a:t>제품 요구사항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</a:rPr>
                        <a:t>사용성</a:t>
                      </a:r>
                      <a:r>
                        <a:rPr lang="en-US" altLang="ko-KR" b="1" dirty="0">
                          <a:effectLst/>
                        </a:rPr>
                        <a:t>(Usability)</a:t>
                      </a:r>
                      <a:r>
                        <a:rPr lang="ko-KR" altLang="en-US" dirty="0">
                          <a:effectLst/>
                        </a:rPr>
                        <a:t>  </a:t>
                      </a:r>
                      <a:r>
                        <a:rPr lang="en-US" altLang="ko-KR" dirty="0">
                          <a:effectLst/>
                        </a:rPr>
                        <a:t>:   </a:t>
                      </a:r>
                    </a:p>
                    <a:p>
                      <a:r>
                        <a:rPr lang="ko-KR" altLang="en-US" dirty="0">
                          <a:effectLst/>
                        </a:rPr>
                        <a:t>예약 시 복잡한 과정 없이 예약이 진행되게 한다</a:t>
                      </a:r>
                      <a:r>
                        <a:rPr lang="en-US" altLang="ko-KR" dirty="0">
                          <a:effectLst/>
                        </a:rPr>
                        <a:t>.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255572"/>
                  </a:ext>
                </a:extLst>
              </a:tr>
              <a:tr h="1090316">
                <a:tc vMerge="1">
                  <a:txBody>
                    <a:bodyPr/>
                    <a:lstStyle/>
                    <a:p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</a:rPr>
                        <a:t>성능</a:t>
                      </a:r>
                      <a:r>
                        <a:rPr lang="en-US" altLang="ko-KR" b="1" dirty="0">
                          <a:effectLst/>
                        </a:rPr>
                        <a:t>(Performance)</a:t>
                      </a:r>
                      <a:r>
                        <a:rPr lang="ko-KR" altLang="en-US" dirty="0">
                          <a:effectLst/>
                        </a:rPr>
                        <a:t>  </a:t>
                      </a:r>
                      <a:r>
                        <a:rPr lang="en-US" altLang="ko-KR" dirty="0">
                          <a:effectLst/>
                        </a:rPr>
                        <a:t>: </a:t>
                      </a:r>
                    </a:p>
                    <a:p>
                      <a:r>
                        <a:rPr lang="ko-KR" altLang="en-US" dirty="0">
                          <a:effectLst/>
                        </a:rPr>
                        <a:t>예약서버가 안정적으로 운영될 수 있게 한다</a:t>
                      </a:r>
                      <a:r>
                        <a:rPr lang="en-US" altLang="ko-KR" dirty="0">
                          <a:effectLst/>
                        </a:rPr>
                        <a:t>.</a:t>
                      </a:r>
                    </a:p>
                    <a:p>
                      <a:r>
                        <a:rPr lang="ko-KR" altLang="en-US" dirty="0">
                          <a:effectLst/>
                        </a:rPr>
                        <a:t>배치도 도면이 업데이트가 원활히 되게 한다</a:t>
                      </a:r>
                      <a:r>
                        <a:rPr lang="en-US" altLang="ko-KR" dirty="0">
                          <a:effectLst/>
                        </a:rPr>
                        <a:t>.</a:t>
                      </a:r>
                      <a:endParaRPr lang="ko-KR" altLang="en-US" dirty="0">
                        <a:effectLst/>
                        <a:latin typeface="Noto Sans Light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669198"/>
                  </a:ext>
                </a:extLst>
              </a:tr>
              <a:tr h="391832">
                <a:tc vMerge="1">
                  <a:txBody>
                    <a:bodyPr/>
                    <a:lstStyle/>
                    <a:p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</a:rPr>
                        <a:t>정확성</a:t>
                      </a:r>
                      <a:r>
                        <a:rPr lang="en-US" altLang="ko-KR" b="1" dirty="0">
                          <a:effectLst/>
                        </a:rPr>
                        <a:t>(Accuracy)</a:t>
                      </a:r>
                      <a:r>
                        <a:rPr lang="ko-KR" altLang="en-US" dirty="0">
                          <a:effectLst/>
                        </a:rPr>
                        <a:t>  </a:t>
                      </a:r>
                      <a:r>
                        <a:rPr lang="en-US" altLang="ko-KR" dirty="0">
                          <a:effectLst/>
                        </a:rPr>
                        <a:t>: </a:t>
                      </a:r>
                    </a:p>
                    <a:p>
                      <a:r>
                        <a:rPr lang="ko-KR" altLang="en-US" dirty="0">
                          <a:effectLst/>
                        </a:rPr>
                        <a:t>예약 중복 오류가 발생하지 않게 한다</a:t>
                      </a:r>
                      <a:r>
                        <a:rPr lang="en-US" altLang="ko-KR" dirty="0">
                          <a:effectLst/>
                        </a:rPr>
                        <a:t>.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97876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4120C07-FB95-492C-9357-A6DA3DF22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218018"/>
              </p:ext>
            </p:extLst>
          </p:nvPr>
        </p:nvGraphicFramePr>
        <p:xfrm>
          <a:off x="-7338" y="1042268"/>
          <a:ext cx="1475545" cy="499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545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문제 설명서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식별자 목록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클래스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시퀀스 다이어그램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속성</a:t>
                      </a:r>
                      <a:r>
                        <a:rPr lang="en-US" altLang="ko-KR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lang="ko-KR" altLang="en-US" sz="11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오퍼레이션정의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기타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5278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A8F75FC-340A-47A2-8104-B9DE205099ED}"/>
              </a:ext>
            </a:extLst>
          </p:cNvPr>
          <p:cNvSpPr/>
          <p:nvPr/>
        </p:nvSpPr>
        <p:spPr>
          <a:xfrm>
            <a:off x="3904129" y="1237129"/>
            <a:ext cx="4061013" cy="4061013"/>
          </a:xfrm>
          <a:prstGeom prst="roundRect">
            <a:avLst>
              <a:gd name="adj" fmla="val 235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7529F1-AF3F-42A4-9F70-F800D2C8F1AF}"/>
              </a:ext>
            </a:extLst>
          </p:cNvPr>
          <p:cNvSpPr/>
          <p:nvPr/>
        </p:nvSpPr>
        <p:spPr>
          <a:xfrm>
            <a:off x="4043082" y="1389529"/>
            <a:ext cx="3762043" cy="3762043"/>
          </a:xfrm>
          <a:prstGeom prst="rect">
            <a:avLst/>
          </a:prstGeom>
          <a:solidFill>
            <a:srgbClr val="F3F3F3">
              <a:alpha val="5764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C5E30-CC88-4251-A304-A5AFF2DAAED6}"/>
              </a:ext>
            </a:extLst>
          </p:cNvPr>
          <p:cNvSpPr txBox="1"/>
          <p:nvPr/>
        </p:nvSpPr>
        <p:spPr>
          <a:xfrm>
            <a:off x="4244787" y="1802321"/>
            <a:ext cx="2465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Aharoni" panose="02010803020104030203" pitchFamily="2" charset="-79"/>
                <a:cs typeface="Aharoni" panose="02010803020104030203" pitchFamily="2" charset="-79"/>
              </a:rPr>
              <a:t>THANK</a:t>
            </a:r>
          </a:p>
          <a:p>
            <a:r>
              <a:rPr lang="en-US" altLang="ko-KR" sz="3200" dirty="0">
                <a:latin typeface="Aharoni" panose="02010803020104030203" pitchFamily="2" charset="-79"/>
                <a:cs typeface="Aharoni" panose="02010803020104030203" pitchFamily="2" charset="-79"/>
              </a:rPr>
              <a:t>YOU</a:t>
            </a:r>
            <a:endParaRPr lang="ko-KR" alt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397EA4-E6A2-4CCF-9977-99756F75C632}"/>
              </a:ext>
            </a:extLst>
          </p:cNvPr>
          <p:cNvSpPr/>
          <p:nvPr/>
        </p:nvSpPr>
        <p:spPr>
          <a:xfrm>
            <a:off x="4043082" y="3219784"/>
            <a:ext cx="3762043" cy="2943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27083-4091-4AD4-AE40-F03F92C8D229}"/>
              </a:ext>
            </a:extLst>
          </p:cNvPr>
          <p:cNvSpPr txBox="1"/>
          <p:nvPr/>
        </p:nvSpPr>
        <p:spPr>
          <a:xfrm>
            <a:off x="4244787" y="3980330"/>
            <a:ext cx="1734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16011084   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심재호</a:t>
            </a:r>
          </a:p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16011152   </a:t>
            </a:r>
            <a:r>
              <a:rPr lang="ko-KR" altLang="en-US" sz="12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박재형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17011005   </a:t>
            </a:r>
            <a:r>
              <a:rPr lang="ko-KR" altLang="en-US" sz="12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정행석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17013152   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최종혁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3DAC6E-7478-4005-AF7D-D408CFDBF944}"/>
              </a:ext>
            </a:extLst>
          </p:cNvPr>
          <p:cNvSpPr/>
          <p:nvPr/>
        </p:nvSpPr>
        <p:spPr>
          <a:xfrm>
            <a:off x="6238761" y="3664998"/>
            <a:ext cx="1335741" cy="133574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캡스톤</a:t>
            </a:r>
            <a:endParaRPr lang="en-US" altLang="ko-KR" sz="20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r>
              <a:rPr lang="en-US" altLang="ko-KR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265099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3628</Words>
  <Application>Microsoft Office PowerPoint</Application>
  <PresentationFormat>와이드스크린</PresentationFormat>
  <Paragraphs>1156</Paragraphs>
  <Slides>43</Slides>
  <Notes>0</Notes>
  <HiddenSlides>2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4" baseType="lpstr">
      <vt:lpstr>HY바다M</vt:lpstr>
      <vt:lpstr>Noto Sans Light</vt:lpstr>
      <vt:lpstr>나눔고딕 ExtraBold</vt:lpstr>
      <vt:lpstr>나눔스퀘어_ac</vt:lpstr>
      <vt:lpstr>나눔스퀘어_ac Bold</vt:lpstr>
      <vt:lpstr>나눔스퀘어_ac ExtraBold</vt:lpstr>
      <vt:lpstr>맑은 고딕</vt:lpstr>
      <vt:lpstr>Aharoni</vt:lpstr>
      <vt:lpstr>Arial</vt:lpstr>
      <vt:lpstr>Helvetica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최종혁</dc:creator>
  <cp:lastModifiedBy>최종혁</cp:lastModifiedBy>
  <cp:revision>91</cp:revision>
  <dcterms:created xsi:type="dcterms:W3CDTF">2021-09-26T05:41:39Z</dcterms:created>
  <dcterms:modified xsi:type="dcterms:W3CDTF">2021-09-29T17:42:09Z</dcterms:modified>
</cp:coreProperties>
</file>